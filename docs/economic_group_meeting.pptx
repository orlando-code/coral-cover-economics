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449" r:id="rId2"/>
    <p:sldId id="448" r:id="rId3"/>
    <p:sldId id="447" r:id="rId4"/>
    <p:sldId id="454" r:id="rId5"/>
    <p:sldId id="450" r:id="rId6"/>
    <p:sldId id="451" r:id="rId7"/>
    <p:sldId id="453" r:id="rId8"/>
    <p:sldId id="452" r:id="rId9"/>
    <p:sldId id="455" r:id="rId10"/>
    <p:sldId id="465" r:id="rId11"/>
    <p:sldId id="456" r:id="rId12"/>
    <p:sldId id="457" r:id="rId13"/>
    <p:sldId id="464" r:id="rId14"/>
    <p:sldId id="459" r:id="rId15"/>
    <p:sldId id="446" r:id="rId16"/>
    <p:sldId id="462" r:id="rId17"/>
    <p:sldId id="460" r:id="rId18"/>
    <p:sldId id="444" r:id="rId19"/>
    <p:sldId id="445" r:id="rId20"/>
    <p:sldId id="46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AD89A"/>
    <a:srgbClr val="63BE7B"/>
    <a:srgbClr val="86C97E"/>
    <a:srgbClr val="FF6600"/>
    <a:srgbClr val="156082"/>
    <a:srgbClr val="F9696C"/>
    <a:srgbClr val="FBAA77"/>
    <a:srgbClr val="EFE783"/>
    <a:srgbClr val="FFEB85"/>
    <a:srgbClr val="E7EB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8A38CE-F2CB-3E40-A671-E0A936B95457}" v="3468" dt="2025-10-30T12:44:47.7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197"/>
    <p:restoredTop sz="79857"/>
  </p:normalViewPr>
  <p:slideViewPr>
    <p:cSldViewPr snapToGrid="0">
      <p:cViewPr>
        <p:scale>
          <a:sx n="153" d="100"/>
          <a:sy n="153" d="100"/>
        </p:scale>
        <p:origin x="144"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rlando Timmerman" userId="ff3b7671-119d-43fa-96a1-bc04123c0a64" providerId="ADAL" clId="{73F1257B-B696-550F-A745-147F59F59EE9}"/>
    <pc:docChg chg="undo custSel addSld delSld modSld sldOrd">
      <pc:chgData name="Orlando Timmerman" userId="ff3b7671-119d-43fa-96a1-bc04123c0a64" providerId="ADAL" clId="{73F1257B-B696-550F-A745-147F59F59EE9}" dt="2025-10-30T12:45:10.693" v="4627" actId="478"/>
      <pc:docMkLst>
        <pc:docMk/>
      </pc:docMkLst>
      <pc:sldChg chg="del">
        <pc:chgData name="Orlando Timmerman" userId="ff3b7671-119d-43fa-96a1-bc04123c0a64" providerId="ADAL" clId="{73F1257B-B696-550F-A745-147F59F59EE9}" dt="2025-10-29T20:55:23.704" v="33" actId="2696"/>
        <pc:sldMkLst>
          <pc:docMk/>
          <pc:sldMk cId="1490482349" sldId="256"/>
        </pc:sldMkLst>
      </pc:sldChg>
      <pc:sldChg chg="addSp delSp modSp del mod ord modAnim">
        <pc:chgData name="Orlando Timmerman" userId="ff3b7671-119d-43fa-96a1-bc04123c0a64" providerId="ADAL" clId="{73F1257B-B696-550F-A745-147F59F59EE9}" dt="2025-10-29T20:58:52.110" v="89" actId="2696"/>
        <pc:sldMkLst>
          <pc:docMk/>
          <pc:sldMk cId="3327963871" sldId="260"/>
        </pc:sldMkLst>
        <pc:spChg chg="add mod">
          <ac:chgData name="Orlando Timmerman" userId="ff3b7671-119d-43fa-96a1-bc04123c0a64" providerId="ADAL" clId="{73F1257B-B696-550F-A745-147F59F59EE9}" dt="2025-10-29T20:56:59.381" v="57"/>
          <ac:spMkLst>
            <pc:docMk/>
            <pc:sldMk cId="3327963871" sldId="260"/>
            <ac:spMk id="12" creationId="{321453AF-55F3-1DBC-5DDE-411B16C9F641}"/>
          </ac:spMkLst>
        </pc:spChg>
        <pc:spChg chg="add mod">
          <ac:chgData name="Orlando Timmerman" userId="ff3b7671-119d-43fa-96a1-bc04123c0a64" providerId="ADAL" clId="{73F1257B-B696-550F-A745-147F59F59EE9}" dt="2025-10-29T20:56:59.381" v="57"/>
          <ac:spMkLst>
            <pc:docMk/>
            <pc:sldMk cId="3327963871" sldId="260"/>
            <ac:spMk id="13" creationId="{98339649-4671-5E9B-D002-91BC46CAA8EF}"/>
          </ac:spMkLst>
        </pc:spChg>
        <pc:spChg chg="add mod">
          <ac:chgData name="Orlando Timmerman" userId="ff3b7671-119d-43fa-96a1-bc04123c0a64" providerId="ADAL" clId="{73F1257B-B696-550F-A745-147F59F59EE9}" dt="2025-10-29T20:56:59.381" v="57"/>
          <ac:spMkLst>
            <pc:docMk/>
            <pc:sldMk cId="3327963871" sldId="260"/>
            <ac:spMk id="14" creationId="{BEE15198-EBDB-F7E2-CE28-294117DE8F0F}"/>
          </ac:spMkLst>
        </pc:spChg>
        <pc:spChg chg="mod">
          <ac:chgData name="Orlando Timmerman" userId="ff3b7671-119d-43fa-96a1-bc04123c0a64" providerId="ADAL" clId="{73F1257B-B696-550F-A745-147F59F59EE9}" dt="2025-10-29T20:56:22.627" v="56" actId="20577"/>
          <ac:spMkLst>
            <pc:docMk/>
            <pc:sldMk cId="3327963871" sldId="260"/>
            <ac:spMk id="18" creationId="{FDFDEA03-6CB1-84C7-AAE3-58E24FBD3899}"/>
          </ac:spMkLst>
        </pc:spChg>
        <pc:spChg chg="mod">
          <ac:chgData name="Orlando Timmerman" userId="ff3b7671-119d-43fa-96a1-bc04123c0a64" providerId="ADAL" clId="{73F1257B-B696-550F-A745-147F59F59EE9}" dt="2025-10-29T20:56:17.247" v="47" actId="20577"/>
          <ac:spMkLst>
            <pc:docMk/>
            <pc:sldMk cId="3327963871" sldId="260"/>
            <ac:spMk id="22" creationId="{C823DBEF-42E9-1F68-D4C3-9EE6A7652F67}"/>
          </ac:spMkLst>
        </pc:spChg>
        <pc:grpChg chg="del">
          <ac:chgData name="Orlando Timmerman" userId="ff3b7671-119d-43fa-96a1-bc04123c0a64" providerId="ADAL" clId="{73F1257B-B696-550F-A745-147F59F59EE9}" dt="2025-10-29T20:56:10.477" v="37" actId="478"/>
          <ac:grpSpMkLst>
            <pc:docMk/>
            <pc:sldMk cId="3327963871" sldId="260"/>
            <ac:grpSpMk id="15" creationId="{A347A230-59BB-91EE-AAE2-3004F2F07122}"/>
          </ac:grpSpMkLst>
        </pc:grpChg>
        <pc:picChg chg="add mod">
          <ac:chgData name="Orlando Timmerman" userId="ff3b7671-119d-43fa-96a1-bc04123c0a64" providerId="ADAL" clId="{73F1257B-B696-550F-A745-147F59F59EE9}" dt="2025-10-29T20:56:59.381" v="57"/>
          <ac:picMkLst>
            <pc:docMk/>
            <pc:sldMk cId="3327963871" sldId="260"/>
            <ac:picMk id="10" creationId="{63EA7F61-D26E-C490-9F9B-BBCFF0616927}"/>
          </ac:picMkLst>
        </pc:picChg>
        <pc:picChg chg="add mod">
          <ac:chgData name="Orlando Timmerman" userId="ff3b7671-119d-43fa-96a1-bc04123c0a64" providerId="ADAL" clId="{73F1257B-B696-550F-A745-147F59F59EE9}" dt="2025-10-29T20:56:59.381" v="57"/>
          <ac:picMkLst>
            <pc:docMk/>
            <pc:sldMk cId="3327963871" sldId="260"/>
            <ac:picMk id="11" creationId="{1E77F502-1D56-6B73-F2D5-097F92C9F899}"/>
          </ac:picMkLst>
        </pc:picChg>
        <pc:picChg chg="del">
          <ac:chgData name="Orlando Timmerman" userId="ff3b7671-119d-43fa-96a1-bc04123c0a64" providerId="ADAL" clId="{73F1257B-B696-550F-A745-147F59F59EE9}" dt="2025-10-29T20:56:10.477" v="37" actId="478"/>
          <ac:picMkLst>
            <pc:docMk/>
            <pc:sldMk cId="3327963871" sldId="260"/>
            <ac:picMk id="5122" creationId="{EE5CEFDB-5AF7-18E0-3DF7-FA15842FA364}"/>
          </ac:picMkLst>
        </pc:picChg>
        <pc:picChg chg="del mod">
          <ac:chgData name="Orlando Timmerman" userId="ff3b7671-119d-43fa-96a1-bc04123c0a64" providerId="ADAL" clId="{73F1257B-B696-550F-A745-147F59F59EE9}" dt="2025-10-29T20:56:07.923" v="36" actId="478"/>
          <ac:picMkLst>
            <pc:docMk/>
            <pc:sldMk cId="3327963871" sldId="260"/>
            <ac:picMk id="5124" creationId="{34D85E7D-72E3-D7FF-142C-9EFC223B2ECE}"/>
          </ac:picMkLst>
        </pc:picChg>
        <pc:picChg chg="del">
          <ac:chgData name="Orlando Timmerman" userId="ff3b7671-119d-43fa-96a1-bc04123c0a64" providerId="ADAL" clId="{73F1257B-B696-550F-A745-147F59F59EE9}" dt="2025-10-29T20:56:10.477" v="37" actId="478"/>
          <ac:picMkLst>
            <pc:docMk/>
            <pc:sldMk cId="3327963871" sldId="260"/>
            <ac:picMk id="5126" creationId="{8596D954-14FE-9730-6314-AD82B4E660D6}"/>
          </ac:picMkLst>
        </pc:picChg>
        <pc:picChg chg="del">
          <ac:chgData name="Orlando Timmerman" userId="ff3b7671-119d-43fa-96a1-bc04123c0a64" providerId="ADAL" clId="{73F1257B-B696-550F-A745-147F59F59EE9}" dt="2025-10-29T20:56:10.477" v="37" actId="478"/>
          <ac:picMkLst>
            <pc:docMk/>
            <pc:sldMk cId="3327963871" sldId="260"/>
            <ac:picMk id="5128" creationId="{95EB9F07-7F34-5BE5-A021-11506737CDD2}"/>
          </ac:picMkLst>
        </pc:picChg>
        <pc:picChg chg="del">
          <ac:chgData name="Orlando Timmerman" userId="ff3b7671-119d-43fa-96a1-bc04123c0a64" providerId="ADAL" clId="{73F1257B-B696-550F-A745-147F59F59EE9}" dt="2025-10-29T20:56:10.477" v="37" actId="478"/>
          <ac:picMkLst>
            <pc:docMk/>
            <pc:sldMk cId="3327963871" sldId="260"/>
            <ac:picMk id="5130" creationId="{AE735F5D-C775-E451-5E85-75A8537AC819}"/>
          </ac:picMkLst>
        </pc:picChg>
      </pc:sldChg>
      <pc:sldChg chg="del">
        <pc:chgData name="Orlando Timmerman" userId="ff3b7671-119d-43fa-96a1-bc04123c0a64" providerId="ADAL" clId="{73F1257B-B696-550F-A745-147F59F59EE9}" dt="2025-10-29T20:55:23.693" v="29" actId="2696"/>
        <pc:sldMkLst>
          <pc:docMk/>
          <pc:sldMk cId="3077764577" sldId="264"/>
        </pc:sldMkLst>
      </pc:sldChg>
      <pc:sldChg chg="del">
        <pc:chgData name="Orlando Timmerman" userId="ff3b7671-119d-43fa-96a1-bc04123c0a64" providerId="ADAL" clId="{73F1257B-B696-550F-A745-147F59F59EE9}" dt="2025-10-29T20:55:23.630" v="22" actId="2696"/>
        <pc:sldMkLst>
          <pc:docMk/>
          <pc:sldMk cId="2889349879" sldId="265"/>
        </pc:sldMkLst>
      </pc:sldChg>
      <pc:sldChg chg="del">
        <pc:chgData name="Orlando Timmerman" userId="ff3b7671-119d-43fa-96a1-bc04123c0a64" providerId="ADAL" clId="{73F1257B-B696-550F-A745-147F59F59EE9}" dt="2025-10-29T20:55:23.698" v="32" actId="2696"/>
        <pc:sldMkLst>
          <pc:docMk/>
          <pc:sldMk cId="3216387073" sldId="268"/>
        </pc:sldMkLst>
      </pc:sldChg>
      <pc:sldChg chg="del">
        <pc:chgData name="Orlando Timmerman" userId="ff3b7671-119d-43fa-96a1-bc04123c0a64" providerId="ADAL" clId="{73F1257B-B696-550F-A745-147F59F59EE9}" dt="2025-10-29T20:55:23.631" v="24" actId="2696"/>
        <pc:sldMkLst>
          <pc:docMk/>
          <pc:sldMk cId="1092110509" sldId="269"/>
        </pc:sldMkLst>
      </pc:sldChg>
      <pc:sldChg chg="del">
        <pc:chgData name="Orlando Timmerman" userId="ff3b7671-119d-43fa-96a1-bc04123c0a64" providerId="ADAL" clId="{73F1257B-B696-550F-A745-147F59F59EE9}" dt="2025-10-29T20:55:23.544" v="10" actId="2696"/>
        <pc:sldMkLst>
          <pc:docMk/>
          <pc:sldMk cId="709517232" sldId="270"/>
        </pc:sldMkLst>
      </pc:sldChg>
      <pc:sldChg chg="del">
        <pc:chgData name="Orlando Timmerman" userId="ff3b7671-119d-43fa-96a1-bc04123c0a64" providerId="ADAL" clId="{73F1257B-B696-550F-A745-147F59F59EE9}" dt="2025-10-29T20:55:23.621" v="14" actId="2696"/>
        <pc:sldMkLst>
          <pc:docMk/>
          <pc:sldMk cId="3905201116" sldId="271"/>
        </pc:sldMkLst>
      </pc:sldChg>
      <pc:sldChg chg="del">
        <pc:chgData name="Orlando Timmerman" userId="ff3b7671-119d-43fa-96a1-bc04123c0a64" providerId="ADAL" clId="{73F1257B-B696-550F-A745-147F59F59EE9}" dt="2025-10-29T20:55:23.629" v="21" actId="2696"/>
        <pc:sldMkLst>
          <pc:docMk/>
          <pc:sldMk cId="3387621256" sldId="272"/>
        </pc:sldMkLst>
      </pc:sldChg>
      <pc:sldChg chg="del">
        <pc:chgData name="Orlando Timmerman" userId="ff3b7671-119d-43fa-96a1-bc04123c0a64" providerId="ADAL" clId="{73F1257B-B696-550F-A745-147F59F59EE9}" dt="2025-10-29T20:55:23.636" v="26" actId="2696"/>
        <pc:sldMkLst>
          <pc:docMk/>
          <pc:sldMk cId="447770392" sldId="273"/>
        </pc:sldMkLst>
      </pc:sldChg>
      <pc:sldChg chg="del">
        <pc:chgData name="Orlando Timmerman" userId="ff3b7671-119d-43fa-96a1-bc04123c0a64" providerId="ADAL" clId="{73F1257B-B696-550F-A745-147F59F59EE9}" dt="2025-10-29T20:55:23.465" v="5" actId="2696"/>
        <pc:sldMkLst>
          <pc:docMk/>
          <pc:sldMk cId="2204133332" sldId="274"/>
        </pc:sldMkLst>
      </pc:sldChg>
      <pc:sldChg chg="del">
        <pc:chgData name="Orlando Timmerman" userId="ff3b7671-119d-43fa-96a1-bc04123c0a64" providerId="ADAL" clId="{73F1257B-B696-550F-A745-147F59F59EE9}" dt="2025-10-29T20:55:23.627" v="19" actId="2696"/>
        <pc:sldMkLst>
          <pc:docMk/>
          <pc:sldMk cId="1087847649" sldId="275"/>
        </pc:sldMkLst>
      </pc:sldChg>
      <pc:sldChg chg="del">
        <pc:chgData name="Orlando Timmerman" userId="ff3b7671-119d-43fa-96a1-bc04123c0a64" providerId="ADAL" clId="{73F1257B-B696-550F-A745-147F59F59EE9}" dt="2025-10-29T20:55:23.628" v="20" actId="2696"/>
        <pc:sldMkLst>
          <pc:docMk/>
          <pc:sldMk cId="784985178" sldId="276"/>
        </pc:sldMkLst>
      </pc:sldChg>
      <pc:sldChg chg="del">
        <pc:chgData name="Orlando Timmerman" userId="ff3b7671-119d-43fa-96a1-bc04123c0a64" providerId="ADAL" clId="{73F1257B-B696-550F-A745-147F59F59EE9}" dt="2025-10-29T20:55:23.484" v="8" actId="2696"/>
        <pc:sldMkLst>
          <pc:docMk/>
          <pc:sldMk cId="2148334330" sldId="277"/>
        </pc:sldMkLst>
      </pc:sldChg>
      <pc:sldChg chg="del">
        <pc:chgData name="Orlando Timmerman" userId="ff3b7671-119d-43fa-96a1-bc04123c0a64" providerId="ADAL" clId="{73F1257B-B696-550F-A745-147F59F59EE9}" dt="2025-10-29T20:55:23.624" v="17" actId="2696"/>
        <pc:sldMkLst>
          <pc:docMk/>
          <pc:sldMk cId="251592915" sldId="278"/>
        </pc:sldMkLst>
      </pc:sldChg>
      <pc:sldChg chg="del">
        <pc:chgData name="Orlando Timmerman" userId="ff3b7671-119d-43fa-96a1-bc04123c0a64" providerId="ADAL" clId="{73F1257B-B696-550F-A745-147F59F59EE9}" dt="2025-10-29T20:55:23.623" v="16" actId="2696"/>
        <pc:sldMkLst>
          <pc:docMk/>
          <pc:sldMk cId="2690318297" sldId="279"/>
        </pc:sldMkLst>
      </pc:sldChg>
      <pc:sldChg chg="del">
        <pc:chgData name="Orlando Timmerman" userId="ff3b7671-119d-43fa-96a1-bc04123c0a64" providerId="ADAL" clId="{73F1257B-B696-550F-A745-147F59F59EE9}" dt="2025-10-29T20:55:23.353" v="1" actId="2696"/>
        <pc:sldMkLst>
          <pc:docMk/>
          <pc:sldMk cId="1796016476" sldId="281"/>
        </pc:sldMkLst>
      </pc:sldChg>
      <pc:sldChg chg="del">
        <pc:chgData name="Orlando Timmerman" userId="ff3b7671-119d-43fa-96a1-bc04123c0a64" providerId="ADAL" clId="{73F1257B-B696-550F-A745-147F59F59EE9}" dt="2025-10-29T20:55:23.687" v="28" actId="2696"/>
        <pc:sldMkLst>
          <pc:docMk/>
          <pc:sldMk cId="3430429652" sldId="283"/>
        </pc:sldMkLst>
      </pc:sldChg>
      <pc:sldChg chg="del">
        <pc:chgData name="Orlando Timmerman" userId="ff3b7671-119d-43fa-96a1-bc04123c0a64" providerId="ADAL" clId="{73F1257B-B696-550F-A745-147F59F59EE9}" dt="2025-10-29T20:55:23.632" v="25" actId="2696"/>
        <pc:sldMkLst>
          <pc:docMk/>
          <pc:sldMk cId="1216289762" sldId="284"/>
        </pc:sldMkLst>
      </pc:sldChg>
      <pc:sldChg chg="del">
        <pc:chgData name="Orlando Timmerman" userId="ff3b7671-119d-43fa-96a1-bc04123c0a64" providerId="ADAL" clId="{73F1257B-B696-550F-A745-147F59F59EE9}" dt="2025-10-29T20:55:23.464" v="4" actId="2696"/>
        <pc:sldMkLst>
          <pc:docMk/>
          <pc:sldMk cId="60631237" sldId="285"/>
        </pc:sldMkLst>
      </pc:sldChg>
      <pc:sldChg chg="del">
        <pc:chgData name="Orlando Timmerman" userId="ff3b7671-119d-43fa-96a1-bc04123c0a64" providerId="ADAL" clId="{73F1257B-B696-550F-A745-147F59F59EE9}" dt="2025-10-29T20:55:23.483" v="7" actId="2696"/>
        <pc:sldMkLst>
          <pc:docMk/>
          <pc:sldMk cId="4142329408" sldId="286"/>
        </pc:sldMkLst>
      </pc:sldChg>
      <pc:sldChg chg="del">
        <pc:chgData name="Orlando Timmerman" userId="ff3b7671-119d-43fa-96a1-bc04123c0a64" providerId="ADAL" clId="{73F1257B-B696-550F-A745-147F59F59EE9}" dt="2025-10-29T20:55:23.710" v="34" actId="2696"/>
        <pc:sldMkLst>
          <pc:docMk/>
          <pc:sldMk cId="1129995129" sldId="287"/>
        </pc:sldMkLst>
      </pc:sldChg>
      <pc:sldChg chg="del">
        <pc:chgData name="Orlando Timmerman" userId="ff3b7671-119d-43fa-96a1-bc04123c0a64" providerId="ADAL" clId="{73F1257B-B696-550F-A745-147F59F59EE9}" dt="2025-10-29T20:55:23.697" v="31" actId="2696"/>
        <pc:sldMkLst>
          <pc:docMk/>
          <pc:sldMk cId="965287712" sldId="288"/>
        </pc:sldMkLst>
      </pc:sldChg>
      <pc:sldChg chg="del">
        <pc:chgData name="Orlando Timmerman" userId="ff3b7671-119d-43fa-96a1-bc04123c0a64" providerId="ADAL" clId="{73F1257B-B696-550F-A745-147F59F59EE9}" dt="2025-10-29T20:55:23.409" v="2" actId="2696"/>
        <pc:sldMkLst>
          <pc:docMk/>
          <pc:sldMk cId="2482788489" sldId="289"/>
        </pc:sldMkLst>
      </pc:sldChg>
      <pc:sldChg chg="del">
        <pc:chgData name="Orlando Timmerman" userId="ff3b7671-119d-43fa-96a1-bc04123c0a64" providerId="ADAL" clId="{73F1257B-B696-550F-A745-147F59F59EE9}" dt="2025-10-29T20:55:23.626" v="18" actId="2696"/>
        <pc:sldMkLst>
          <pc:docMk/>
          <pc:sldMk cId="3882298576" sldId="292"/>
        </pc:sldMkLst>
      </pc:sldChg>
      <pc:sldChg chg="del">
        <pc:chgData name="Orlando Timmerman" userId="ff3b7671-119d-43fa-96a1-bc04123c0a64" providerId="ADAL" clId="{73F1257B-B696-550F-A745-147F59F59EE9}" dt="2025-10-29T20:55:23.620" v="13" actId="2696"/>
        <pc:sldMkLst>
          <pc:docMk/>
          <pc:sldMk cId="3270440837" sldId="293"/>
        </pc:sldMkLst>
      </pc:sldChg>
      <pc:sldChg chg="del">
        <pc:chgData name="Orlando Timmerman" userId="ff3b7671-119d-43fa-96a1-bc04123c0a64" providerId="ADAL" clId="{73F1257B-B696-550F-A745-147F59F59EE9}" dt="2025-10-29T20:55:23.600" v="12" actId="2696"/>
        <pc:sldMkLst>
          <pc:docMk/>
          <pc:sldMk cId="826755420" sldId="294"/>
        </pc:sldMkLst>
      </pc:sldChg>
      <pc:sldChg chg="del">
        <pc:chgData name="Orlando Timmerman" userId="ff3b7671-119d-43fa-96a1-bc04123c0a64" providerId="ADAL" clId="{73F1257B-B696-550F-A745-147F59F59EE9}" dt="2025-10-29T20:55:23.666" v="27" actId="2696"/>
        <pc:sldMkLst>
          <pc:docMk/>
          <pc:sldMk cId="1078986641" sldId="296"/>
        </pc:sldMkLst>
      </pc:sldChg>
      <pc:sldChg chg="del">
        <pc:chgData name="Orlando Timmerman" userId="ff3b7671-119d-43fa-96a1-bc04123c0a64" providerId="ADAL" clId="{73F1257B-B696-550F-A745-147F59F59EE9}" dt="2025-10-29T20:55:23.480" v="6" actId="2696"/>
        <pc:sldMkLst>
          <pc:docMk/>
          <pc:sldMk cId="292299077" sldId="297"/>
        </pc:sldMkLst>
      </pc:sldChg>
      <pc:sldChg chg="del">
        <pc:chgData name="Orlando Timmerman" userId="ff3b7671-119d-43fa-96a1-bc04123c0a64" providerId="ADAL" clId="{73F1257B-B696-550F-A745-147F59F59EE9}" dt="2025-10-29T20:55:23.542" v="9" actId="2696"/>
        <pc:sldMkLst>
          <pc:docMk/>
          <pc:sldMk cId="352022032" sldId="298"/>
        </pc:sldMkLst>
      </pc:sldChg>
      <pc:sldChg chg="del">
        <pc:chgData name="Orlando Timmerman" userId="ff3b7671-119d-43fa-96a1-bc04123c0a64" providerId="ADAL" clId="{73F1257B-B696-550F-A745-147F59F59EE9}" dt="2025-10-29T20:55:23.622" v="15" actId="2696"/>
        <pc:sldMkLst>
          <pc:docMk/>
          <pc:sldMk cId="1989331387" sldId="299"/>
        </pc:sldMkLst>
      </pc:sldChg>
      <pc:sldChg chg="del">
        <pc:chgData name="Orlando Timmerman" userId="ff3b7671-119d-43fa-96a1-bc04123c0a64" providerId="ADAL" clId="{73F1257B-B696-550F-A745-147F59F59EE9}" dt="2025-10-29T20:55:23.694" v="30" actId="2696"/>
        <pc:sldMkLst>
          <pc:docMk/>
          <pc:sldMk cId="3210828372" sldId="300"/>
        </pc:sldMkLst>
      </pc:sldChg>
      <pc:sldChg chg="del">
        <pc:chgData name="Orlando Timmerman" userId="ff3b7671-119d-43fa-96a1-bc04123c0a64" providerId="ADAL" clId="{73F1257B-B696-550F-A745-147F59F59EE9}" dt="2025-10-29T20:55:23.461" v="3" actId="2696"/>
        <pc:sldMkLst>
          <pc:docMk/>
          <pc:sldMk cId="3718784029" sldId="301"/>
        </pc:sldMkLst>
      </pc:sldChg>
      <pc:sldChg chg="del">
        <pc:chgData name="Orlando Timmerman" userId="ff3b7671-119d-43fa-96a1-bc04123c0a64" providerId="ADAL" clId="{73F1257B-B696-550F-A745-147F59F59EE9}" dt="2025-10-29T20:55:23.630" v="23" actId="2696"/>
        <pc:sldMkLst>
          <pc:docMk/>
          <pc:sldMk cId="546325804" sldId="302"/>
        </pc:sldMkLst>
      </pc:sldChg>
      <pc:sldChg chg="del">
        <pc:chgData name="Orlando Timmerman" userId="ff3b7671-119d-43fa-96a1-bc04123c0a64" providerId="ADAL" clId="{73F1257B-B696-550F-A745-147F59F59EE9}" dt="2025-10-29T20:55:23.599" v="11" actId="2696"/>
        <pc:sldMkLst>
          <pc:docMk/>
          <pc:sldMk cId="3537869095" sldId="303"/>
        </pc:sldMkLst>
      </pc:sldChg>
      <pc:sldChg chg="del">
        <pc:chgData name="Orlando Timmerman" userId="ff3b7671-119d-43fa-96a1-bc04123c0a64" providerId="ADAL" clId="{73F1257B-B696-550F-A745-147F59F59EE9}" dt="2025-10-29T20:55:23.350" v="0" actId="2696"/>
        <pc:sldMkLst>
          <pc:docMk/>
          <pc:sldMk cId="1755057775" sldId="304"/>
        </pc:sldMkLst>
      </pc:sldChg>
      <pc:sldChg chg="addSp delSp modSp add del mod modAnim">
        <pc:chgData name="Orlando Timmerman" userId="ff3b7671-119d-43fa-96a1-bc04123c0a64" providerId="ADAL" clId="{73F1257B-B696-550F-A745-147F59F59EE9}" dt="2025-10-29T21:16:19.892" v="1100" actId="2696"/>
        <pc:sldMkLst>
          <pc:docMk/>
          <pc:sldMk cId="327814723" sldId="436"/>
        </pc:sldMkLst>
        <pc:spChg chg="add del">
          <ac:chgData name="Orlando Timmerman" userId="ff3b7671-119d-43fa-96a1-bc04123c0a64" providerId="ADAL" clId="{73F1257B-B696-550F-A745-147F59F59EE9}" dt="2025-10-29T21:01:29.629" v="235" actId="478"/>
          <ac:spMkLst>
            <pc:docMk/>
            <pc:sldMk cId="327814723" sldId="436"/>
            <ac:spMk id="4" creationId="{1AA45C61-9481-A4A9-DA1D-C749C448313B}"/>
          </ac:spMkLst>
        </pc:spChg>
        <pc:spChg chg="mod">
          <ac:chgData name="Orlando Timmerman" userId="ff3b7671-119d-43fa-96a1-bc04123c0a64" providerId="ADAL" clId="{73F1257B-B696-550F-A745-147F59F59EE9}" dt="2025-10-29T21:01:20.122" v="232" actId="207"/>
          <ac:spMkLst>
            <pc:docMk/>
            <pc:sldMk cId="327814723" sldId="436"/>
            <ac:spMk id="5" creationId="{CB08F5EC-FA6D-BA30-A5D2-F93676072098}"/>
          </ac:spMkLst>
        </pc:spChg>
        <pc:spChg chg="add del">
          <ac:chgData name="Orlando Timmerman" userId="ff3b7671-119d-43fa-96a1-bc04123c0a64" providerId="ADAL" clId="{73F1257B-B696-550F-A745-147F59F59EE9}" dt="2025-10-29T21:01:09.303" v="230" actId="478"/>
          <ac:spMkLst>
            <pc:docMk/>
            <pc:sldMk cId="327814723" sldId="436"/>
            <ac:spMk id="6" creationId="{E5607BB1-03D6-5E55-15E7-718481A05415}"/>
          </ac:spMkLst>
        </pc:spChg>
        <pc:spChg chg="add del">
          <ac:chgData name="Orlando Timmerman" userId="ff3b7671-119d-43fa-96a1-bc04123c0a64" providerId="ADAL" clId="{73F1257B-B696-550F-A745-147F59F59EE9}" dt="2025-10-29T21:01:09.303" v="230" actId="478"/>
          <ac:spMkLst>
            <pc:docMk/>
            <pc:sldMk cId="327814723" sldId="436"/>
            <ac:spMk id="7" creationId="{38DDDB9C-6784-CDC3-E74B-35EA53A9D665}"/>
          </ac:spMkLst>
        </pc:spChg>
        <pc:spChg chg="add del">
          <ac:chgData name="Orlando Timmerman" userId="ff3b7671-119d-43fa-96a1-bc04123c0a64" providerId="ADAL" clId="{73F1257B-B696-550F-A745-147F59F59EE9}" dt="2025-10-29T21:01:09.303" v="230" actId="478"/>
          <ac:spMkLst>
            <pc:docMk/>
            <pc:sldMk cId="327814723" sldId="436"/>
            <ac:spMk id="9" creationId="{7AF38C8E-2014-135A-60BE-D3D3A56765CD}"/>
          </ac:spMkLst>
        </pc:spChg>
        <pc:spChg chg="add del">
          <ac:chgData name="Orlando Timmerman" userId="ff3b7671-119d-43fa-96a1-bc04123c0a64" providerId="ADAL" clId="{73F1257B-B696-550F-A745-147F59F59EE9}" dt="2025-10-29T21:01:29.629" v="235" actId="478"/>
          <ac:spMkLst>
            <pc:docMk/>
            <pc:sldMk cId="327814723" sldId="436"/>
            <ac:spMk id="11" creationId="{03EF4DE6-F221-155F-5AB0-FC1F489115B1}"/>
          </ac:spMkLst>
        </pc:spChg>
        <pc:spChg chg="add mod">
          <ac:chgData name="Orlando Timmerman" userId="ff3b7671-119d-43fa-96a1-bc04123c0a64" providerId="ADAL" clId="{73F1257B-B696-550F-A745-147F59F59EE9}" dt="2025-10-29T20:57:50.168" v="70" actId="166"/>
          <ac:spMkLst>
            <pc:docMk/>
            <pc:sldMk cId="327814723" sldId="436"/>
            <ac:spMk id="12" creationId="{2262532E-4508-8866-F3A6-2B540CC01994}"/>
          </ac:spMkLst>
        </pc:spChg>
        <pc:spChg chg="add del">
          <ac:chgData name="Orlando Timmerman" userId="ff3b7671-119d-43fa-96a1-bc04123c0a64" providerId="ADAL" clId="{73F1257B-B696-550F-A745-147F59F59EE9}" dt="2025-10-29T21:01:29.629" v="235" actId="478"/>
          <ac:spMkLst>
            <pc:docMk/>
            <pc:sldMk cId="327814723" sldId="436"/>
            <ac:spMk id="13" creationId="{0C672993-E3FB-12DC-1211-4A86D01B0A00}"/>
          </ac:spMkLst>
        </pc:spChg>
        <pc:spChg chg="add del">
          <ac:chgData name="Orlando Timmerman" userId="ff3b7671-119d-43fa-96a1-bc04123c0a64" providerId="ADAL" clId="{73F1257B-B696-550F-A745-147F59F59EE9}" dt="2025-10-29T21:01:29.629" v="235" actId="478"/>
          <ac:spMkLst>
            <pc:docMk/>
            <pc:sldMk cId="327814723" sldId="436"/>
            <ac:spMk id="14" creationId="{BF547E2B-E7CC-83B9-EDB6-8E2768242774}"/>
          </ac:spMkLst>
        </pc:spChg>
        <pc:spChg chg="add del">
          <ac:chgData name="Orlando Timmerman" userId="ff3b7671-119d-43fa-96a1-bc04123c0a64" providerId="ADAL" clId="{73F1257B-B696-550F-A745-147F59F59EE9}" dt="2025-10-29T21:01:29.629" v="235" actId="478"/>
          <ac:spMkLst>
            <pc:docMk/>
            <pc:sldMk cId="327814723" sldId="436"/>
            <ac:spMk id="15" creationId="{3079AECC-186A-5E23-5C01-A860CA513B48}"/>
          </ac:spMkLst>
        </pc:spChg>
        <pc:spChg chg="add del mod">
          <ac:chgData name="Orlando Timmerman" userId="ff3b7671-119d-43fa-96a1-bc04123c0a64" providerId="ADAL" clId="{73F1257B-B696-550F-A745-147F59F59EE9}" dt="2025-10-29T21:01:29.629" v="235" actId="478"/>
          <ac:spMkLst>
            <pc:docMk/>
            <pc:sldMk cId="327814723" sldId="436"/>
            <ac:spMk id="16" creationId="{6E03D26D-B296-921B-2C32-54694D243277}"/>
          </ac:spMkLst>
        </pc:spChg>
        <pc:spChg chg="add del">
          <ac:chgData name="Orlando Timmerman" userId="ff3b7671-119d-43fa-96a1-bc04123c0a64" providerId="ADAL" clId="{73F1257B-B696-550F-A745-147F59F59EE9}" dt="2025-10-29T21:01:29.629" v="235" actId="478"/>
          <ac:spMkLst>
            <pc:docMk/>
            <pc:sldMk cId="327814723" sldId="436"/>
            <ac:spMk id="17" creationId="{AD94A3DA-222A-3D53-2FEB-F8BCA08380BA}"/>
          </ac:spMkLst>
        </pc:spChg>
        <pc:spChg chg="mod">
          <ac:chgData name="Orlando Timmerman" userId="ff3b7671-119d-43fa-96a1-bc04123c0a64" providerId="ADAL" clId="{73F1257B-B696-550F-A745-147F59F59EE9}" dt="2025-10-29T21:00:05.134" v="177" actId="20577"/>
          <ac:spMkLst>
            <pc:docMk/>
            <pc:sldMk cId="327814723" sldId="436"/>
            <ac:spMk id="18" creationId="{F88E7618-6359-CD2E-E531-E806B8E2E0C8}"/>
          </ac:spMkLst>
        </pc:spChg>
        <pc:spChg chg="del">
          <ac:chgData name="Orlando Timmerman" userId="ff3b7671-119d-43fa-96a1-bc04123c0a64" providerId="ADAL" clId="{73F1257B-B696-550F-A745-147F59F59EE9}" dt="2025-10-29T20:57:32.799" v="64" actId="478"/>
          <ac:spMkLst>
            <pc:docMk/>
            <pc:sldMk cId="327814723" sldId="436"/>
            <ac:spMk id="19" creationId="{4F971224-8B38-401A-1286-79F8AFD9A5E8}"/>
          </ac:spMkLst>
        </pc:spChg>
        <pc:spChg chg="add del">
          <ac:chgData name="Orlando Timmerman" userId="ff3b7671-119d-43fa-96a1-bc04123c0a64" providerId="ADAL" clId="{73F1257B-B696-550F-A745-147F59F59EE9}" dt="2025-10-29T21:01:29.629" v="235" actId="478"/>
          <ac:spMkLst>
            <pc:docMk/>
            <pc:sldMk cId="327814723" sldId="436"/>
            <ac:spMk id="20" creationId="{C95F8936-2B62-B458-DAF5-D378E792A353}"/>
          </ac:spMkLst>
        </pc:spChg>
        <pc:spChg chg="mod">
          <ac:chgData name="Orlando Timmerman" userId="ff3b7671-119d-43fa-96a1-bc04123c0a64" providerId="ADAL" clId="{73F1257B-B696-550F-A745-147F59F59EE9}" dt="2025-10-29T21:00:36.297" v="212" actId="1076"/>
          <ac:spMkLst>
            <pc:docMk/>
            <pc:sldMk cId="327814723" sldId="436"/>
            <ac:spMk id="22" creationId="{50799B8C-00FB-F324-4B21-8635125C5CD2}"/>
          </ac:spMkLst>
        </pc:spChg>
        <pc:spChg chg="del mod">
          <ac:chgData name="Orlando Timmerman" userId="ff3b7671-119d-43fa-96a1-bc04123c0a64" providerId="ADAL" clId="{73F1257B-B696-550F-A745-147F59F59EE9}" dt="2025-10-29T21:04:55.006" v="254" actId="478"/>
          <ac:spMkLst>
            <pc:docMk/>
            <pc:sldMk cId="327814723" sldId="436"/>
            <ac:spMk id="23" creationId="{5008BDF0-84D1-58DE-31A4-601A5E4CD68B}"/>
          </ac:spMkLst>
        </pc:spChg>
        <pc:spChg chg="add del mod">
          <ac:chgData name="Orlando Timmerman" userId="ff3b7671-119d-43fa-96a1-bc04123c0a64" providerId="ADAL" clId="{73F1257B-B696-550F-A745-147F59F59EE9}" dt="2025-10-29T21:01:29.629" v="235" actId="478"/>
          <ac:spMkLst>
            <pc:docMk/>
            <pc:sldMk cId="327814723" sldId="436"/>
            <ac:spMk id="24" creationId="{7E7E9C06-2F54-C032-AD36-C506AFF01770}"/>
          </ac:spMkLst>
        </pc:spChg>
        <pc:spChg chg="add mod">
          <ac:chgData name="Orlando Timmerman" userId="ff3b7671-119d-43fa-96a1-bc04123c0a64" providerId="ADAL" clId="{73F1257B-B696-550F-A745-147F59F59EE9}" dt="2025-10-29T21:00:49.243" v="226" actId="20577"/>
          <ac:spMkLst>
            <pc:docMk/>
            <pc:sldMk cId="327814723" sldId="436"/>
            <ac:spMk id="25" creationId="{924BC0F9-4040-712C-85B5-E41DE8D3BBEF}"/>
          </ac:spMkLst>
        </pc:spChg>
        <pc:spChg chg="add del mod">
          <ac:chgData name="Orlando Timmerman" userId="ff3b7671-119d-43fa-96a1-bc04123c0a64" providerId="ADAL" clId="{73F1257B-B696-550F-A745-147F59F59EE9}" dt="2025-10-29T21:01:36.513" v="237" actId="478"/>
          <ac:spMkLst>
            <pc:docMk/>
            <pc:sldMk cId="327814723" sldId="436"/>
            <ac:spMk id="26" creationId="{C9304011-4FE1-0B5F-C5FD-68E04D1F366D}"/>
          </ac:spMkLst>
        </pc:spChg>
        <pc:spChg chg="del">
          <ac:chgData name="Orlando Timmerman" userId="ff3b7671-119d-43fa-96a1-bc04123c0a64" providerId="ADAL" clId="{73F1257B-B696-550F-A745-147F59F59EE9}" dt="2025-10-29T20:59:31.711" v="109" actId="478"/>
          <ac:spMkLst>
            <pc:docMk/>
            <pc:sldMk cId="327814723" sldId="436"/>
            <ac:spMk id="27" creationId="{D3ED4F2F-3C09-781E-7C87-6247E4D5D8F6}"/>
          </ac:spMkLst>
        </pc:spChg>
        <pc:spChg chg="add del">
          <ac:chgData name="Orlando Timmerman" userId="ff3b7671-119d-43fa-96a1-bc04123c0a64" providerId="ADAL" clId="{73F1257B-B696-550F-A745-147F59F59EE9}" dt="2025-10-29T21:01:09.303" v="230" actId="478"/>
          <ac:spMkLst>
            <pc:docMk/>
            <pc:sldMk cId="327814723" sldId="436"/>
            <ac:spMk id="28" creationId="{43A80D28-D747-644F-BFBC-B6946CC37692}"/>
          </ac:spMkLst>
        </pc:spChg>
        <pc:spChg chg="add del">
          <ac:chgData name="Orlando Timmerman" userId="ff3b7671-119d-43fa-96a1-bc04123c0a64" providerId="ADAL" clId="{73F1257B-B696-550F-A745-147F59F59EE9}" dt="2025-10-29T21:01:07.822" v="229" actId="478"/>
          <ac:spMkLst>
            <pc:docMk/>
            <pc:sldMk cId="327814723" sldId="436"/>
            <ac:spMk id="29" creationId="{A02D4583-8E5A-5BDC-7717-14528DE0D827}"/>
          </ac:spMkLst>
        </pc:spChg>
        <pc:spChg chg="add del">
          <ac:chgData name="Orlando Timmerman" userId="ff3b7671-119d-43fa-96a1-bc04123c0a64" providerId="ADAL" clId="{73F1257B-B696-550F-A745-147F59F59EE9}" dt="2025-10-29T21:03:32.854" v="239" actId="22"/>
          <ac:spMkLst>
            <pc:docMk/>
            <pc:sldMk cId="327814723" sldId="436"/>
            <ac:spMk id="31" creationId="{61A7E365-4D57-4CAF-A499-34BF44E14853}"/>
          </ac:spMkLst>
        </pc:spChg>
        <pc:spChg chg="add del">
          <ac:chgData name="Orlando Timmerman" userId="ff3b7671-119d-43fa-96a1-bc04123c0a64" providerId="ADAL" clId="{73F1257B-B696-550F-A745-147F59F59EE9}" dt="2025-10-29T21:01:07.822" v="229" actId="478"/>
          <ac:spMkLst>
            <pc:docMk/>
            <pc:sldMk cId="327814723" sldId="436"/>
            <ac:spMk id="33" creationId="{BC0779E9-5847-9BFE-EC80-4B990375EB37}"/>
          </ac:spMkLst>
        </pc:spChg>
        <pc:spChg chg="add del">
          <ac:chgData name="Orlando Timmerman" userId="ff3b7671-119d-43fa-96a1-bc04123c0a64" providerId="ADAL" clId="{73F1257B-B696-550F-A745-147F59F59EE9}" dt="2025-10-29T21:01:07.822" v="229" actId="478"/>
          <ac:spMkLst>
            <pc:docMk/>
            <pc:sldMk cId="327814723" sldId="436"/>
            <ac:spMk id="34" creationId="{8473EBF8-621A-2E0D-07DC-CC8EFC53E22A}"/>
          </ac:spMkLst>
        </pc:spChg>
        <pc:spChg chg="add del">
          <ac:chgData name="Orlando Timmerman" userId="ff3b7671-119d-43fa-96a1-bc04123c0a64" providerId="ADAL" clId="{73F1257B-B696-550F-A745-147F59F59EE9}" dt="2025-10-29T21:01:07.822" v="229" actId="478"/>
          <ac:spMkLst>
            <pc:docMk/>
            <pc:sldMk cId="327814723" sldId="436"/>
            <ac:spMk id="36" creationId="{68B05579-7432-EED9-8C71-A4034F0D28CB}"/>
          </ac:spMkLst>
        </pc:spChg>
        <pc:spChg chg="add del mod">
          <ac:chgData name="Orlando Timmerman" userId="ff3b7671-119d-43fa-96a1-bc04123c0a64" providerId="ADAL" clId="{73F1257B-B696-550F-A745-147F59F59EE9}" dt="2025-10-29T21:11:55.313" v="886" actId="478"/>
          <ac:spMkLst>
            <pc:docMk/>
            <pc:sldMk cId="327814723" sldId="436"/>
            <ac:spMk id="37" creationId="{4B47C087-F673-949E-E3F6-0082000083F6}"/>
          </ac:spMkLst>
        </pc:spChg>
        <pc:spChg chg="add mod">
          <ac:chgData name="Orlando Timmerman" userId="ff3b7671-119d-43fa-96a1-bc04123c0a64" providerId="ADAL" clId="{73F1257B-B696-550F-A745-147F59F59EE9}" dt="2025-10-29T21:14:19.009" v="1077" actId="20577"/>
          <ac:spMkLst>
            <pc:docMk/>
            <pc:sldMk cId="327814723" sldId="436"/>
            <ac:spMk id="40" creationId="{24C7418A-88E4-9F40-841B-BAA30A66BDF0}"/>
          </ac:spMkLst>
        </pc:spChg>
        <pc:spChg chg="add mod">
          <ac:chgData name="Orlando Timmerman" userId="ff3b7671-119d-43fa-96a1-bc04123c0a64" providerId="ADAL" clId="{73F1257B-B696-550F-A745-147F59F59EE9}" dt="2025-10-29T21:13:07.184" v="907" actId="14100"/>
          <ac:spMkLst>
            <pc:docMk/>
            <pc:sldMk cId="327814723" sldId="436"/>
            <ac:spMk id="41" creationId="{40E187EC-68F2-0373-B52C-C37196BD3054}"/>
          </ac:spMkLst>
        </pc:spChg>
        <pc:spChg chg="add del">
          <ac:chgData name="Orlando Timmerman" userId="ff3b7671-119d-43fa-96a1-bc04123c0a64" providerId="ADAL" clId="{73F1257B-B696-550F-A745-147F59F59EE9}" dt="2025-10-29T21:01:29.629" v="235" actId="478"/>
          <ac:spMkLst>
            <pc:docMk/>
            <pc:sldMk cId="327814723" sldId="436"/>
            <ac:spMk id="45" creationId="{C543D1F8-9559-6C2C-FFA9-5188C8245C44}"/>
          </ac:spMkLst>
        </pc:spChg>
        <pc:picChg chg="add mod">
          <ac:chgData name="Orlando Timmerman" userId="ff3b7671-119d-43fa-96a1-bc04123c0a64" providerId="ADAL" clId="{73F1257B-B696-550F-A745-147F59F59EE9}" dt="2025-10-29T20:57:51.788" v="71" actId="166"/>
          <ac:picMkLst>
            <pc:docMk/>
            <pc:sldMk cId="327814723" sldId="436"/>
            <ac:picMk id="2" creationId="{4FC9F909-7A73-9E51-D8D9-B5A8A6A3E6FC}"/>
          </ac:picMkLst>
        </pc:picChg>
        <pc:picChg chg="add del mod">
          <ac:chgData name="Orlando Timmerman" userId="ff3b7671-119d-43fa-96a1-bc04123c0a64" providerId="ADAL" clId="{73F1257B-B696-550F-A745-147F59F59EE9}" dt="2025-10-29T21:11:55.313" v="886" actId="478"/>
          <ac:picMkLst>
            <pc:docMk/>
            <pc:sldMk cId="327814723" sldId="436"/>
            <ac:picMk id="39" creationId="{A2C2C400-33F5-6DA5-4380-6B327E7407F8}"/>
          </ac:picMkLst>
        </pc:picChg>
        <pc:picChg chg="del">
          <ac:chgData name="Orlando Timmerman" userId="ff3b7671-119d-43fa-96a1-bc04123c0a64" providerId="ADAL" clId="{73F1257B-B696-550F-A745-147F59F59EE9}" dt="2025-10-29T20:57:32.799" v="64" actId="478"/>
          <ac:picMkLst>
            <pc:docMk/>
            <pc:sldMk cId="327814723" sldId="436"/>
            <ac:picMk id="1040" creationId="{21B7BA29-59D1-BF7B-AE5F-36E97D2B0643}"/>
          </ac:picMkLst>
        </pc:picChg>
      </pc:sldChg>
      <pc:sldChg chg="addSp delSp modSp add mod">
        <pc:chgData name="Orlando Timmerman" userId="ff3b7671-119d-43fa-96a1-bc04123c0a64" providerId="ADAL" clId="{73F1257B-B696-550F-A745-147F59F59EE9}" dt="2025-10-29T22:17:55.412" v="4604"/>
        <pc:sldMkLst>
          <pc:docMk/>
          <pc:sldMk cId="436688658" sldId="444"/>
        </pc:sldMkLst>
        <pc:spChg chg="add mod">
          <ac:chgData name="Orlando Timmerman" userId="ff3b7671-119d-43fa-96a1-bc04123c0a64" providerId="ADAL" clId="{73F1257B-B696-550F-A745-147F59F59EE9}" dt="2025-10-29T20:58:24.667" v="81" actId="166"/>
          <ac:spMkLst>
            <pc:docMk/>
            <pc:sldMk cId="436688658" sldId="444"/>
            <ac:spMk id="2" creationId="{A79C90FF-B0C1-1CBD-098E-AB97DA50D732}"/>
          </ac:spMkLst>
        </pc:spChg>
        <pc:spChg chg="mod">
          <ac:chgData name="Orlando Timmerman" userId="ff3b7671-119d-43fa-96a1-bc04123c0a64" providerId="ADAL" clId="{73F1257B-B696-550F-A745-147F59F59EE9}" dt="2025-10-29T20:58:18.468" v="76" actId="167"/>
          <ac:spMkLst>
            <pc:docMk/>
            <pc:sldMk cId="436688658" sldId="444"/>
            <ac:spMk id="4" creationId="{2F7A2A56-C01E-7AF0-B032-AC51838E1F8F}"/>
          </ac:spMkLst>
        </pc:spChg>
        <pc:spChg chg="del">
          <ac:chgData name="Orlando Timmerman" userId="ff3b7671-119d-43fa-96a1-bc04123c0a64" providerId="ADAL" clId="{73F1257B-B696-550F-A745-147F59F59EE9}" dt="2025-10-29T22:02:36.176" v="3649" actId="478"/>
          <ac:spMkLst>
            <pc:docMk/>
            <pc:sldMk cId="436688658" sldId="444"/>
            <ac:spMk id="5" creationId="{85C80150-AD88-91FE-9A5E-7424F7B7880C}"/>
          </ac:spMkLst>
        </pc:spChg>
        <pc:spChg chg="del">
          <ac:chgData name="Orlando Timmerman" userId="ff3b7671-119d-43fa-96a1-bc04123c0a64" providerId="ADAL" clId="{73F1257B-B696-550F-A745-147F59F59EE9}" dt="2025-10-29T22:02:38.477" v="3651" actId="478"/>
          <ac:spMkLst>
            <pc:docMk/>
            <pc:sldMk cId="436688658" sldId="444"/>
            <ac:spMk id="6" creationId="{6FC5BE1C-29FB-AAFE-4111-41BBC214FFC5}"/>
          </ac:spMkLst>
        </pc:spChg>
        <pc:spChg chg="del">
          <ac:chgData name="Orlando Timmerman" userId="ff3b7671-119d-43fa-96a1-bc04123c0a64" providerId="ADAL" clId="{73F1257B-B696-550F-A745-147F59F59EE9}" dt="2025-10-29T22:02:38.477" v="3651" actId="478"/>
          <ac:spMkLst>
            <pc:docMk/>
            <pc:sldMk cId="436688658" sldId="444"/>
            <ac:spMk id="7" creationId="{1C818502-1BB4-5EA6-FB4A-B01FA4F1075A}"/>
          </ac:spMkLst>
        </pc:spChg>
        <pc:spChg chg="del">
          <ac:chgData name="Orlando Timmerman" userId="ff3b7671-119d-43fa-96a1-bc04123c0a64" providerId="ADAL" clId="{73F1257B-B696-550F-A745-147F59F59EE9}" dt="2025-10-29T22:02:38.477" v="3651" actId="478"/>
          <ac:spMkLst>
            <pc:docMk/>
            <pc:sldMk cId="436688658" sldId="444"/>
            <ac:spMk id="9" creationId="{2BEBB3C4-1173-E4BE-8757-E40C2C393E05}"/>
          </ac:spMkLst>
        </pc:spChg>
        <pc:spChg chg="mod">
          <ac:chgData name="Orlando Timmerman" userId="ff3b7671-119d-43fa-96a1-bc04123c0a64" providerId="ADAL" clId="{73F1257B-B696-550F-A745-147F59F59EE9}" dt="2025-10-29T20:58:22.394" v="80" actId="170"/>
          <ac:spMkLst>
            <pc:docMk/>
            <pc:sldMk cId="436688658" sldId="444"/>
            <ac:spMk id="16" creationId="{E239B69F-2432-89B8-C776-19D52BC74CB3}"/>
          </ac:spMkLst>
        </pc:spChg>
        <pc:spChg chg="del">
          <ac:chgData name="Orlando Timmerman" userId="ff3b7671-119d-43fa-96a1-bc04123c0a64" providerId="ADAL" clId="{73F1257B-B696-550F-A745-147F59F59EE9}" dt="2025-10-29T22:02:36.176" v="3649" actId="478"/>
          <ac:spMkLst>
            <pc:docMk/>
            <pc:sldMk cId="436688658" sldId="444"/>
            <ac:spMk id="18" creationId="{CE3C96AD-7DFD-A6C8-6107-A6066E8AF51F}"/>
          </ac:spMkLst>
        </pc:spChg>
        <pc:spChg chg="del">
          <ac:chgData name="Orlando Timmerman" userId="ff3b7671-119d-43fa-96a1-bc04123c0a64" providerId="ADAL" clId="{73F1257B-B696-550F-A745-147F59F59EE9}" dt="2025-10-29T20:58:04.882" v="72" actId="478"/>
          <ac:spMkLst>
            <pc:docMk/>
            <pc:sldMk cId="436688658" sldId="444"/>
            <ac:spMk id="19" creationId="{0664D20C-583C-E24D-33F6-C55974D5486C}"/>
          </ac:spMkLst>
        </pc:spChg>
        <pc:spChg chg="del">
          <ac:chgData name="Orlando Timmerman" userId="ff3b7671-119d-43fa-96a1-bc04123c0a64" providerId="ADAL" clId="{73F1257B-B696-550F-A745-147F59F59EE9}" dt="2025-10-29T22:02:36.176" v="3649" actId="478"/>
          <ac:spMkLst>
            <pc:docMk/>
            <pc:sldMk cId="436688658" sldId="444"/>
            <ac:spMk id="22" creationId="{503DAD58-4A14-FD74-32C3-369011D19FBB}"/>
          </ac:spMkLst>
        </pc:spChg>
        <pc:spChg chg="add mod">
          <ac:chgData name="Orlando Timmerman" userId="ff3b7671-119d-43fa-96a1-bc04123c0a64" providerId="ADAL" clId="{73F1257B-B696-550F-A745-147F59F59EE9}" dt="2025-10-29T22:02:36.513" v="3650"/>
          <ac:spMkLst>
            <pc:docMk/>
            <pc:sldMk cId="436688658" sldId="444"/>
            <ac:spMk id="26" creationId="{D2C461C6-9792-31D4-D630-09C652477022}"/>
          </ac:spMkLst>
        </pc:spChg>
        <pc:spChg chg="del">
          <ac:chgData name="Orlando Timmerman" userId="ff3b7671-119d-43fa-96a1-bc04123c0a64" providerId="ADAL" clId="{73F1257B-B696-550F-A745-147F59F59EE9}" dt="2025-10-29T22:02:36.176" v="3649" actId="478"/>
          <ac:spMkLst>
            <pc:docMk/>
            <pc:sldMk cId="436688658" sldId="444"/>
            <ac:spMk id="27" creationId="{93915AAE-4BDB-5C47-DCEB-8B4AE709046F}"/>
          </ac:spMkLst>
        </pc:spChg>
        <pc:spChg chg="del">
          <ac:chgData name="Orlando Timmerman" userId="ff3b7671-119d-43fa-96a1-bc04123c0a64" providerId="ADAL" clId="{73F1257B-B696-550F-A745-147F59F59EE9}" dt="2025-10-29T22:02:38.477" v="3651" actId="478"/>
          <ac:spMkLst>
            <pc:docMk/>
            <pc:sldMk cId="436688658" sldId="444"/>
            <ac:spMk id="28" creationId="{491919E6-E846-A793-4E74-270FEDC584EB}"/>
          </ac:spMkLst>
        </pc:spChg>
        <pc:spChg chg="del">
          <ac:chgData name="Orlando Timmerman" userId="ff3b7671-119d-43fa-96a1-bc04123c0a64" providerId="ADAL" clId="{73F1257B-B696-550F-A745-147F59F59EE9}" dt="2025-10-29T22:02:40.331" v="3652" actId="478"/>
          <ac:spMkLst>
            <pc:docMk/>
            <pc:sldMk cId="436688658" sldId="444"/>
            <ac:spMk id="29" creationId="{0A7450DC-CFC8-33A9-8C84-D348EF131FF6}"/>
          </ac:spMkLst>
        </pc:spChg>
        <pc:spChg chg="add mod">
          <ac:chgData name="Orlando Timmerman" userId="ff3b7671-119d-43fa-96a1-bc04123c0a64" providerId="ADAL" clId="{73F1257B-B696-550F-A745-147F59F59EE9}" dt="2025-10-29T22:02:36.513" v="3650"/>
          <ac:spMkLst>
            <pc:docMk/>
            <pc:sldMk cId="436688658" sldId="444"/>
            <ac:spMk id="30" creationId="{519C7C22-8CA6-AF09-FDA9-17297C1B6F0A}"/>
          </ac:spMkLst>
        </pc:spChg>
        <pc:spChg chg="add mod">
          <ac:chgData name="Orlando Timmerman" userId="ff3b7671-119d-43fa-96a1-bc04123c0a64" providerId="ADAL" clId="{73F1257B-B696-550F-A745-147F59F59EE9}" dt="2025-10-29T22:02:36.513" v="3650"/>
          <ac:spMkLst>
            <pc:docMk/>
            <pc:sldMk cId="436688658" sldId="444"/>
            <ac:spMk id="31" creationId="{3FE96D32-E3EE-5177-B083-55BD259A5D55}"/>
          </ac:spMkLst>
        </pc:spChg>
        <pc:spChg chg="del">
          <ac:chgData name="Orlando Timmerman" userId="ff3b7671-119d-43fa-96a1-bc04123c0a64" providerId="ADAL" clId="{73F1257B-B696-550F-A745-147F59F59EE9}" dt="2025-10-29T22:02:40.331" v="3652" actId="478"/>
          <ac:spMkLst>
            <pc:docMk/>
            <pc:sldMk cId="436688658" sldId="444"/>
            <ac:spMk id="33" creationId="{2DA07F59-2610-F66E-5866-DC99D47DAE42}"/>
          </ac:spMkLst>
        </pc:spChg>
        <pc:spChg chg="del">
          <ac:chgData name="Orlando Timmerman" userId="ff3b7671-119d-43fa-96a1-bc04123c0a64" providerId="ADAL" clId="{73F1257B-B696-550F-A745-147F59F59EE9}" dt="2025-10-29T22:02:40.331" v="3652" actId="478"/>
          <ac:spMkLst>
            <pc:docMk/>
            <pc:sldMk cId="436688658" sldId="444"/>
            <ac:spMk id="34" creationId="{322C547E-75CA-AA8A-B0EB-72036CA355BD}"/>
          </ac:spMkLst>
        </pc:spChg>
        <pc:spChg chg="add mod">
          <ac:chgData name="Orlando Timmerman" userId="ff3b7671-119d-43fa-96a1-bc04123c0a64" providerId="ADAL" clId="{73F1257B-B696-550F-A745-147F59F59EE9}" dt="2025-10-29T22:02:36.513" v="3650"/>
          <ac:spMkLst>
            <pc:docMk/>
            <pc:sldMk cId="436688658" sldId="444"/>
            <ac:spMk id="35" creationId="{6565C2F8-6826-C23B-6405-62CA31327973}"/>
          </ac:spMkLst>
        </pc:spChg>
        <pc:spChg chg="del">
          <ac:chgData name="Orlando Timmerman" userId="ff3b7671-119d-43fa-96a1-bc04123c0a64" providerId="ADAL" clId="{73F1257B-B696-550F-A745-147F59F59EE9}" dt="2025-10-29T22:02:40.331" v="3652" actId="478"/>
          <ac:spMkLst>
            <pc:docMk/>
            <pc:sldMk cId="436688658" sldId="444"/>
            <ac:spMk id="36" creationId="{13D82DA5-F442-D50A-0C32-445E1937BCEA}"/>
          </ac:spMkLst>
        </pc:spChg>
        <pc:picChg chg="add mod">
          <ac:chgData name="Orlando Timmerman" userId="ff3b7671-119d-43fa-96a1-bc04123c0a64" providerId="ADAL" clId="{73F1257B-B696-550F-A745-147F59F59EE9}" dt="2025-10-29T20:58:05.205" v="73"/>
          <ac:picMkLst>
            <pc:docMk/>
            <pc:sldMk cId="436688658" sldId="444"/>
            <ac:picMk id="12" creationId="{EA596441-9A28-73C8-3EE6-B466E5B66D78}"/>
          </ac:picMkLst>
        </pc:picChg>
        <pc:picChg chg="add mod">
          <ac:chgData name="Orlando Timmerman" userId="ff3b7671-119d-43fa-96a1-bc04123c0a64" providerId="ADAL" clId="{73F1257B-B696-550F-A745-147F59F59EE9}" dt="2025-10-29T22:02:36.513" v="3650"/>
          <ac:picMkLst>
            <pc:docMk/>
            <pc:sldMk cId="436688658" sldId="444"/>
            <ac:picMk id="24" creationId="{DE5BA573-9FDA-FB41-B605-EFF9CFA71703}"/>
          </ac:picMkLst>
        </pc:picChg>
        <pc:picChg chg="add mod">
          <ac:chgData name="Orlando Timmerman" userId="ff3b7671-119d-43fa-96a1-bc04123c0a64" providerId="ADAL" clId="{73F1257B-B696-550F-A745-147F59F59EE9}" dt="2025-10-29T22:17:55.412" v="4604"/>
          <ac:picMkLst>
            <pc:docMk/>
            <pc:sldMk cId="436688658" sldId="444"/>
            <ac:picMk id="37" creationId="{7A0678C5-3D23-E1FD-9062-A3647B0CB75E}"/>
          </ac:picMkLst>
        </pc:picChg>
        <pc:picChg chg="del">
          <ac:chgData name="Orlando Timmerman" userId="ff3b7671-119d-43fa-96a1-bc04123c0a64" providerId="ADAL" clId="{73F1257B-B696-550F-A745-147F59F59EE9}" dt="2025-10-29T20:58:04.882" v="72" actId="478"/>
          <ac:picMkLst>
            <pc:docMk/>
            <pc:sldMk cId="436688658" sldId="444"/>
            <ac:picMk id="1040" creationId="{4A469483-FAB2-7395-FC29-D262B19081D6}"/>
          </ac:picMkLst>
        </pc:picChg>
        <pc:cxnChg chg="add mod">
          <ac:chgData name="Orlando Timmerman" userId="ff3b7671-119d-43fa-96a1-bc04123c0a64" providerId="ADAL" clId="{73F1257B-B696-550F-A745-147F59F59EE9}" dt="2025-10-29T22:02:36.513" v="3650"/>
          <ac:cxnSpMkLst>
            <pc:docMk/>
            <pc:sldMk cId="436688658" sldId="444"/>
            <ac:cxnSpMk id="25" creationId="{BCEFFB62-C95D-CE11-228E-3BC740BF36D2}"/>
          </ac:cxnSpMkLst>
        </pc:cxnChg>
      </pc:sldChg>
      <pc:sldChg chg="addSp delSp modSp add mod delAnim modAnim">
        <pc:chgData name="Orlando Timmerman" userId="ff3b7671-119d-43fa-96a1-bc04123c0a64" providerId="ADAL" clId="{73F1257B-B696-550F-A745-147F59F59EE9}" dt="2025-10-29T22:17:56.649" v="4605"/>
        <pc:sldMkLst>
          <pc:docMk/>
          <pc:sldMk cId="1311986714" sldId="445"/>
        </pc:sldMkLst>
        <pc:spChg chg="add mod">
          <ac:chgData name="Orlando Timmerman" userId="ff3b7671-119d-43fa-96a1-bc04123c0a64" providerId="ADAL" clId="{73F1257B-B696-550F-A745-147F59F59EE9}" dt="2025-10-29T20:58:37.051" v="86"/>
          <ac:spMkLst>
            <pc:docMk/>
            <pc:sldMk cId="1311986714" sldId="445"/>
            <ac:spMk id="2" creationId="{0943B3D2-A27A-96DB-711B-C6AD9751FEEC}"/>
          </ac:spMkLst>
        </pc:spChg>
        <pc:spChg chg="del">
          <ac:chgData name="Orlando Timmerman" userId="ff3b7671-119d-43fa-96a1-bc04123c0a64" providerId="ADAL" clId="{73F1257B-B696-550F-A745-147F59F59EE9}" dt="2025-10-29T20:57:22.381" v="61" actId="478"/>
          <ac:spMkLst>
            <pc:docMk/>
            <pc:sldMk cId="1311986714" sldId="445"/>
            <ac:spMk id="3" creationId="{D4568729-8447-340C-45D2-8019E3CD48DA}"/>
          </ac:spMkLst>
        </pc:spChg>
        <pc:spChg chg="del">
          <ac:chgData name="Orlando Timmerman" userId="ff3b7671-119d-43fa-96a1-bc04123c0a64" providerId="ADAL" clId="{73F1257B-B696-550F-A745-147F59F59EE9}" dt="2025-10-29T20:57:22.381" v="61" actId="478"/>
          <ac:spMkLst>
            <pc:docMk/>
            <pc:sldMk cId="1311986714" sldId="445"/>
            <ac:spMk id="4" creationId="{855BF79C-1B1F-66D5-DE58-5EEC74656C21}"/>
          </ac:spMkLst>
        </pc:spChg>
        <pc:spChg chg="del">
          <ac:chgData name="Orlando Timmerman" userId="ff3b7671-119d-43fa-96a1-bc04123c0a64" providerId="ADAL" clId="{73F1257B-B696-550F-A745-147F59F59EE9}" dt="2025-10-29T22:02:45.999" v="3654" actId="478"/>
          <ac:spMkLst>
            <pc:docMk/>
            <pc:sldMk cId="1311986714" sldId="445"/>
            <ac:spMk id="5" creationId="{45B0CF51-F48A-E5EE-E3F0-ED168FF8D187}"/>
          </ac:spMkLst>
        </pc:spChg>
        <pc:spChg chg="del">
          <ac:chgData name="Orlando Timmerman" userId="ff3b7671-119d-43fa-96a1-bc04123c0a64" providerId="ADAL" clId="{73F1257B-B696-550F-A745-147F59F59EE9}" dt="2025-10-29T22:02:43.841" v="3653" actId="478"/>
          <ac:spMkLst>
            <pc:docMk/>
            <pc:sldMk cId="1311986714" sldId="445"/>
            <ac:spMk id="6" creationId="{C14080F8-CE11-04E2-CEC7-EEC2155CEC90}"/>
          </ac:spMkLst>
        </pc:spChg>
        <pc:spChg chg="del">
          <ac:chgData name="Orlando Timmerman" userId="ff3b7671-119d-43fa-96a1-bc04123c0a64" providerId="ADAL" clId="{73F1257B-B696-550F-A745-147F59F59EE9}" dt="2025-10-29T22:02:43.841" v="3653" actId="478"/>
          <ac:spMkLst>
            <pc:docMk/>
            <pc:sldMk cId="1311986714" sldId="445"/>
            <ac:spMk id="7" creationId="{A6C3D331-07E3-6FD6-B4B8-8C016228EBDE}"/>
          </ac:spMkLst>
        </pc:spChg>
        <pc:spChg chg="del">
          <ac:chgData name="Orlando Timmerman" userId="ff3b7671-119d-43fa-96a1-bc04123c0a64" providerId="ADAL" clId="{73F1257B-B696-550F-A745-147F59F59EE9}" dt="2025-10-29T22:02:43.841" v="3653" actId="478"/>
          <ac:spMkLst>
            <pc:docMk/>
            <pc:sldMk cId="1311986714" sldId="445"/>
            <ac:spMk id="9" creationId="{3C3F634F-6E8C-1260-2039-954A5A5E47F5}"/>
          </ac:spMkLst>
        </pc:spChg>
        <pc:spChg chg="del">
          <ac:chgData name="Orlando Timmerman" userId="ff3b7671-119d-43fa-96a1-bc04123c0a64" providerId="ADAL" clId="{73F1257B-B696-550F-A745-147F59F59EE9}" dt="2025-10-29T20:57:27.560" v="63" actId="478"/>
          <ac:spMkLst>
            <pc:docMk/>
            <pc:sldMk cId="1311986714" sldId="445"/>
            <ac:spMk id="11" creationId="{338D7D73-101B-137F-2B40-277C0A7B9B64}"/>
          </ac:spMkLst>
        </pc:spChg>
        <pc:spChg chg="del">
          <ac:chgData name="Orlando Timmerman" userId="ff3b7671-119d-43fa-96a1-bc04123c0a64" providerId="ADAL" clId="{73F1257B-B696-550F-A745-147F59F59EE9}" dt="2025-10-29T20:57:23.909" v="62" actId="478"/>
          <ac:spMkLst>
            <pc:docMk/>
            <pc:sldMk cId="1311986714" sldId="445"/>
            <ac:spMk id="13" creationId="{03B36DC0-6691-3EA7-2226-1F2C9C13126C}"/>
          </ac:spMkLst>
        </pc:spChg>
        <pc:spChg chg="del">
          <ac:chgData name="Orlando Timmerman" userId="ff3b7671-119d-43fa-96a1-bc04123c0a64" providerId="ADAL" clId="{73F1257B-B696-550F-A745-147F59F59EE9}" dt="2025-10-29T20:57:27.560" v="63" actId="478"/>
          <ac:spMkLst>
            <pc:docMk/>
            <pc:sldMk cId="1311986714" sldId="445"/>
            <ac:spMk id="14" creationId="{422E14CC-9B5D-DF80-E673-C3EDE679861A}"/>
          </ac:spMkLst>
        </pc:spChg>
        <pc:spChg chg="del">
          <ac:chgData name="Orlando Timmerman" userId="ff3b7671-119d-43fa-96a1-bc04123c0a64" providerId="ADAL" clId="{73F1257B-B696-550F-A745-147F59F59EE9}" dt="2025-10-29T20:57:23.909" v="62" actId="478"/>
          <ac:spMkLst>
            <pc:docMk/>
            <pc:sldMk cId="1311986714" sldId="445"/>
            <ac:spMk id="15" creationId="{7C076831-452F-93B7-FFE9-4A8A0AF78516}"/>
          </ac:spMkLst>
        </pc:spChg>
        <pc:spChg chg="del">
          <ac:chgData name="Orlando Timmerman" userId="ff3b7671-119d-43fa-96a1-bc04123c0a64" providerId="ADAL" clId="{73F1257B-B696-550F-A745-147F59F59EE9}" dt="2025-10-29T20:57:27.560" v="63" actId="478"/>
          <ac:spMkLst>
            <pc:docMk/>
            <pc:sldMk cId="1311986714" sldId="445"/>
            <ac:spMk id="16" creationId="{3B8EB9BC-4F31-D443-6DDC-97C1220446CD}"/>
          </ac:spMkLst>
        </pc:spChg>
        <pc:spChg chg="del">
          <ac:chgData name="Orlando Timmerman" userId="ff3b7671-119d-43fa-96a1-bc04123c0a64" providerId="ADAL" clId="{73F1257B-B696-550F-A745-147F59F59EE9}" dt="2025-10-29T20:57:27.560" v="63" actId="478"/>
          <ac:spMkLst>
            <pc:docMk/>
            <pc:sldMk cId="1311986714" sldId="445"/>
            <ac:spMk id="17" creationId="{E11D6DAE-BE46-0171-8967-CBF1C34B2B41}"/>
          </ac:spMkLst>
        </pc:spChg>
        <pc:spChg chg="del">
          <ac:chgData name="Orlando Timmerman" userId="ff3b7671-119d-43fa-96a1-bc04123c0a64" providerId="ADAL" clId="{73F1257B-B696-550F-A745-147F59F59EE9}" dt="2025-10-29T22:02:45.999" v="3654" actId="478"/>
          <ac:spMkLst>
            <pc:docMk/>
            <pc:sldMk cId="1311986714" sldId="445"/>
            <ac:spMk id="18" creationId="{8638AEE8-424A-9B43-CE2C-13D4466F9F01}"/>
          </ac:spMkLst>
        </pc:spChg>
        <pc:spChg chg="del">
          <ac:chgData name="Orlando Timmerman" userId="ff3b7671-119d-43fa-96a1-bc04123c0a64" providerId="ADAL" clId="{73F1257B-B696-550F-A745-147F59F59EE9}" dt="2025-10-29T20:58:36.762" v="85" actId="478"/>
          <ac:spMkLst>
            <pc:docMk/>
            <pc:sldMk cId="1311986714" sldId="445"/>
            <ac:spMk id="19" creationId="{B3FC6A1A-B379-023C-710B-F98AD49D4093}"/>
          </ac:spMkLst>
        </pc:spChg>
        <pc:spChg chg="del">
          <ac:chgData name="Orlando Timmerman" userId="ff3b7671-119d-43fa-96a1-bc04123c0a64" providerId="ADAL" clId="{73F1257B-B696-550F-A745-147F59F59EE9}" dt="2025-10-29T20:57:27.560" v="63" actId="478"/>
          <ac:spMkLst>
            <pc:docMk/>
            <pc:sldMk cId="1311986714" sldId="445"/>
            <ac:spMk id="20" creationId="{BFF6D5D6-6C7F-8591-C890-431CC082DEB9}"/>
          </ac:spMkLst>
        </pc:spChg>
        <pc:spChg chg="del">
          <ac:chgData name="Orlando Timmerman" userId="ff3b7671-119d-43fa-96a1-bc04123c0a64" providerId="ADAL" clId="{73F1257B-B696-550F-A745-147F59F59EE9}" dt="2025-10-29T22:02:45.999" v="3654" actId="478"/>
          <ac:spMkLst>
            <pc:docMk/>
            <pc:sldMk cId="1311986714" sldId="445"/>
            <ac:spMk id="22" creationId="{ED009A77-8E7C-8DAC-A6A7-315E87482FA7}"/>
          </ac:spMkLst>
        </pc:spChg>
        <pc:spChg chg="del">
          <ac:chgData name="Orlando Timmerman" userId="ff3b7671-119d-43fa-96a1-bc04123c0a64" providerId="ADAL" clId="{73F1257B-B696-550F-A745-147F59F59EE9}" dt="2025-10-29T20:57:22.381" v="61" actId="478"/>
          <ac:spMkLst>
            <pc:docMk/>
            <pc:sldMk cId="1311986714" sldId="445"/>
            <ac:spMk id="23" creationId="{4B857BB9-1C00-D80B-360A-671476BF648C}"/>
          </ac:spMkLst>
        </pc:spChg>
        <pc:spChg chg="add mod">
          <ac:chgData name="Orlando Timmerman" userId="ff3b7671-119d-43fa-96a1-bc04123c0a64" providerId="ADAL" clId="{73F1257B-B696-550F-A745-147F59F59EE9}" dt="2025-10-29T20:58:41.668" v="87"/>
          <ac:spMkLst>
            <pc:docMk/>
            <pc:sldMk cId="1311986714" sldId="445"/>
            <ac:spMk id="24" creationId="{D8618446-C53B-E72A-11F4-39937FB0EFA3}"/>
          </ac:spMkLst>
        </pc:spChg>
        <pc:spChg chg="del">
          <ac:chgData name="Orlando Timmerman" userId="ff3b7671-119d-43fa-96a1-bc04123c0a64" providerId="ADAL" clId="{73F1257B-B696-550F-A745-147F59F59EE9}" dt="2025-10-29T22:02:45.999" v="3654" actId="478"/>
          <ac:spMkLst>
            <pc:docMk/>
            <pc:sldMk cId="1311986714" sldId="445"/>
            <ac:spMk id="27" creationId="{FCCF2694-A441-A226-6BEB-7D960D566466}"/>
          </ac:spMkLst>
        </pc:spChg>
        <pc:spChg chg="del">
          <ac:chgData name="Orlando Timmerman" userId="ff3b7671-119d-43fa-96a1-bc04123c0a64" providerId="ADAL" clId="{73F1257B-B696-550F-A745-147F59F59EE9}" dt="2025-10-29T22:02:43.841" v="3653" actId="478"/>
          <ac:spMkLst>
            <pc:docMk/>
            <pc:sldMk cId="1311986714" sldId="445"/>
            <ac:spMk id="28" creationId="{178FE35B-71C6-572C-95C0-C75A242D0901}"/>
          </ac:spMkLst>
        </pc:spChg>
        <pc:spChg chg="del">
          <ac:chgData name="Orlando Timmerman" userId="ff3b7671-119d-43fa-96a1-bc04123c0a64" providerId="ADAL" clId="{73F1257B-B696-550F-A745-147F59F59EE9}" dt="2025-10-29T22:02:43.841" v="3653" actId="478"/>
          <ac:spMkLst>
            <pc:docMk/>
            <pc:sldMk cId="1311986714" sldId="445"/>
            <ac:spMk id="29" creationId="{FBDCA103-897A-6C7D-AF81-DDBAB14C678C}"/>
          </ac:spMkLst>
        </pc:spChg>
        <pc:spChg chg="add mod">
          <ac:chgData name="Orlando Timmerman" userId="ff3b7671-119d-43fa-96a1-bc04123c0a64" providerId="ADAL" clId="{73F1257B-B696-550F-A745-147F59F59EE9}" dt="2025-10-29T20:58:50.125" v="88"/>
          <ac:spMkLst>
            <pc:docMk/>
            <pc:sldMk cId="1311986714" sldId="445"/>
            <ac:spMk id="30" creationId="{03D0394A-DE23-0270-4B1A-113DB2C23359}"/>
          </ac:spMkLst>
        </pc:spChg>
        <pc:spChg chg="add mod">
          <ac:chgData name="Orlando Timmerman" userId="ff3b7671-119d-43fa-96a1-bc04123c0a64" providerId="ADAL" clId="{73F1257B-B696-550F-A745-147F59F59EE9}" dt="2025-10-29T20:58:50.125" v="88"/>
          <ac:spMkLst>
            <pc:docMk/>
            <pc:sldMk cId="1311986714" sldId="445"/>
            <ac:spMk id="31" creationId="{C5B3421B-F9DB-366D-1782-ECA030802551}"/>
          </ac:spMkLst>
        </pc:spChg>
        <pc:spChg chg="del">
          <ac:chgData name="Orlando Timmerman" userId="ff3b7671-119d-43fa-96a1-bc04123c0a64" providerId="ADAL" clId="{73F1257B-B696-550F-A745-147F59F59EE9}" dt="2025-10-29T22:02:43.841" v="3653" actId="478"/>
          <ac:spMkLst>
            <pc:docMk/>
            <pc:sldMk cId="1311986714" sldId="445"/>
            <ac:spMk id="33" creationId="{3E300E51-DBC1-DB27-3ACC-8A99607168B4}"/>
          </ac:spMkLst>
        </pc:spChg>
        <pc:spChg chg="del">
          <ac:chgData name="Orlando Timmerman" userId="ff3b7671-119d-43fa-96a1-bc04123c0a64" providerId="ADAL" clId="{73F1257B-B696-550F-A745-147F59F59EE9}" dt="2025-10-29T22:02:43.841" v="3653" actId="478"/>
          <ac:spMkLst>
            <pc:docMk/>
            <pc:sldMk cId="1311986714" sldId="445"/>
            <ac:spMk id="34" creationId="{460089B8-69B3-3B80-CBC0-9B8FB0DEDBDB}"/>
          </ac:spMkLst>
        </pc:spChg>
        <pc:spChg chg="add mod">
          <ac:chgData name="Orlando Timmerman" userId="ff3b7671-119d-43fa-96a1-bc04123c0a64" providerId="ADAL" clId="{73F1257B-B696-550F-A745-147F59F59EE9}" dt="2025-10-29T20:58:50.125" v="88"/>
          <ac:spMkLst>
            <pc:docMk/>
            <pc:sldMk cId="1311986714" sldId="445"/>
            <ac:spMk id="35" creationId="{86BC8CDB-662E-9A84-4D67-2288EC5445D5}"/>
          </ac:spMkLst>
        </pc:spChg>
        <pc:spChg chg="del">
          <ac:chgData name="Orlando Timmerman" userId="ff3b7671-119d-43fa-96a1-bc04123c0a64" providerId="ADAL" clId="{73F1257B-B696-550F-A745-147F59F59EE9}" dt="2025-10-29T22:02:43.841" v="3653" actId="478"/>
          <ac:spMkLst>
            <pc:docMk/>
            <pc:sldMk cId="1311986714" sldId="445"/>
            <ac:spMk id="36" creationId="{68039D75-B7A9-2C25-0FAD-8AD7D7F599EE}"/>
          </ac:spMkLst>
        </pc:spChg>
        <pc:spChg chg="add mod">
          <ac:chgData name="Orlando Timmerman" userId="ff3b7671-119d-43fa-96a1-bc04123c0a64" providerId="ADAL" clId="{73F1257B-B696-550F-A745-147F59F59EE9}" dt="2025-10-29T22:02:46.730" v="3655"/>
          <ac:spMkLst>
            <pc:docMk/>
            <pc:sldMk cId="1311986714" sldId="445"/>
            <ac:spMk id="39" creationId="{8B8C43E8-6DE1-FBE7-034A-2438AFC9FF00}"/>
          </ac:spMkLst>
        </pc:spChg>
        <pc:spChg chg="add mod">
          <ac:chgData name="Orlando Timmerman" userId="ff3b7671-119d-43fa-96a1-bc04123c0a64" providerId="ADAL" clId="{73F1257B-B696-550F-A745-147F59F59EE9}" dt="2025-10-29T22:02:46.730" v="3655"/>
          <ac:spMkLst>
            <pc:docMk/>
            <pc:sldMk cId="1311986714" sldId="445"/>
            <ac:spMk id="40" creationId="{7C3B8317-FA7F-C933-5179-B899509F2D96}"/>
          </ac:spMkLst>
        </pc:spChg>
        <pc:spChg chg="add mod">
          <ac:chgData name="Orlando Timmerman" userId="ff3b7671-119d-43fa-96a1-bc04123c0a64" providerId="ADAL" clId="{73F1257B-B696-550F-A745-147F59F59EE9}" dt="2025-10-29T22:02:46.730" v="3655"/>
          <ac:spMkLst>
            <pc:docMk/>
            <pc:sldMk cId="1311986714" sldId="445"/>
            <ac:spMk id="41" creationId="{626F30CB-9331-B6D9-A08C-EA19249EE758}"/>
          </ac:spMkLst>
        </pc:spChg>
        <pc:spChg chg="add mod">
          <ac:chgData name="Orlando Timmerman" userId="ff3b7671-119d-43fa-96a1-bc04123c0a64" providerId="ADAL" clId="{73F1257B-B696-550F-A745-147F59F59EE9}" dt="2025-10-29T22:02:46.730" v="3655"/>
          <ac:spMkLst>
            <pc:docMk/>
            <pc:sldMk cId="1311986714" sldId="445"/>
            <ac:spMk id="42" creationId="{8EAA97DC-A783-F7A2-6E7C-235D58B2ECFC}"/>
          </ac:spMkLst>
        </pc:spChg>
        <pc:spChg chg="del">
          <ac:chgData name="Orlando Timmerman" userId="ff3b7671-119d-43fa-96a1-bc04123c0a64" providerId="ADAL" clId="{73F1257B-B696-550F-A745-147F59F59EE9}" dt="2025-10-29T20:57:22.381" v="61" actId="478"/>
          <ac:spMkLst>
            <pc:docMk/>
            <pc:sldMk cId="1311986714" sldId="445"/>
            <ac:spMk id="45" creationId="{146FE6D7-09FC-3C94-A2A9-D392EE813350}"/>
          </ac:spMkLst>
        </pc:spChg>
        <pc:grpChg chg="del">
          <ac:chgData name="Orlando Timmerman" userId="ff3b7671-119d-43fa-96a1-bc04123c0a64" providerId="ADAL" clId="{73F1257B-B696-550F-A745-147F59F59EE9}" dt="2025-10-29T20:57:22.381" v="61" actId="478"/>
          <ac:grpSpMkLst>
            <pc:docMk/>
            <pc:sldMk cId="1311986714" sldId="445"/>
            <ac:grpSpMk id="43" creationId="{CDD0D2D4-4728-0A78-0BE2-B18AB3495F3D}"/>
          </ac:grpSpMkLst>
        </pc:grpChg>
        <pc:picChg chg="del">
          <ac:chgData name="Orlando Timmerman" userId="ff3b7671-119d-43fa-96a1-bc04123c0a64" providerId="ADAL" clId="{73F1257B-B696-550F-A745-147F59F59EE9}" dt="2025-10-29T22:02:45.999" v="3654" actId="478"/>
          <ac:picMkLst>
            <pc:docMk/>
            <pc:sldMk cId="1311986714" sldId="445"/>
            <ac:picMk id="10" creationId="{EE3E6817-60FA-C537-033C-DE2998D4C1BA}"/>
          </ac:picMkLst>
        </pc:picChg>
        <pc:picChg chg="add mod">
          <ac:chgData name="Orlando Timmerman" userId="ff3b7671-119d-43fa-96a1-bc04123c0a64" providerId="ADAL" clId="{73F1257B-B696-550F-A745-147F59F59EE9}" dt="2025-10-29T20:58:55.719" v="90" actId="166"/>
          <ac:picMkLst>
            <pc:docMk/>
            <pc:sldMk cId="1311986714" sldId="445"/>
            <ac:picMk id="12" creationId="{3200CC60-9DC2-263F-70BC-3479923BDDB8}"/>
          </ac:picMkLst>
        </pc:picChg>
        <pc:picChg chg="add mod">
          <ac:chgData name="Orlando Timmerman" userId="ff3b7671-119d-43fa-96a1-bc04123c0a64" providerId="ADAL" clId="{73F1257B-B696-550F-A745-147F59F59EE9}" dt="2025-10-29T20:58:50.125" v="88"/>
          <ac:picMkLst>
            <pc:docMk/>
            <pc:sldMk cId="1311986714" sldId="445"/>
            <ac:picMk id="25" creationId="{D8E36FB7-F376-C648-C14B-B4C7B0084073}"/>
          </ac:picMkLst>
        </pc:picChg>
        <pc:picChg chg="add mod">
          <ac:chgData name="Orlando Timmerman" userId="ff3b7671-119d-43fa-96a1-bc04123c0a64" providerId="ADAL" clId="{73F1257B-B696-550F-A745-147F59F59EE9}" dt="2025-10-29T20:58:50.125" v="88"/>
          <ac:picMkLst>
            <pc:docMk/>
            <pc:sldMk cId="1311986714" sldId="445"/>
            <ac:picMk id="26" creationId="{CAA7961C-B352-E100-2B2A-2B1DC7E00EB9}"/>
          </ac:picMkLst>
        </pc:picChg>
        <pc:picChg chg="add mod">
          <ac:chgData name="Orlando Timmerman" userId="ff3b7671-119d-43fa-96a1-bc04123c0a64" providerId="ADAL" clId="{73F1257B-B696-550F-A745-147F59F59EE9}" dt="2025-10-29T22:02:46.730" v="3655"/>
          <ac:picMkLst>
            <pc:docMk/>
            <pc:sldMk cId="1311986714" sldId="445"/>
            <ac:picMk id="37" creationId="{46DF7A15-2A60-3D26-41A6-13A042B72DEC}"/>
          </ac:picMkLst>
        </pc:picChg>
        <pc:picChg chg="add mod">
          <ac:chgData name="Orlando Timmerman" userId="ff3b7671-119d-43fa-96a1-bc04123c0a64" providerId="ADAL" clId="{73F1257B-B696-550F-A745-147F59F59EE9}" dt="2025-10-29T22:17:56.649" v="4605"/>
          <ac:picMkLst>
            <pc:docMk/>
            <pc:sldMk cId="1311986714" sldId="445"/>
            <ac:picMk id="44" creationId="{FB09C12B-C7D4-CEA7-D460-47C0689BBC74}"/>
          </ac:picMkLst>
        </pc:picChg>
        <pc:picChg chg="del">
          <ac:chgData name="Orlando Timmerman" userId="ff3b7671-119d-43fa-96a1-bc04123c0a64" providerId="ADAL" clId="{73F1257B-B696-550F-A745-147F59F59EE9}" dt="2025-10-29T20:58:36.762" v="85" actId="478"/>
          <ac:picMkLst>
            <pc:docMk/>
            <pc:sldMk cId="1311986714" sldId="445"/>
            <ac:picMk id="1040" creationId="{9068A9E0-9CB2-DE38-FCB2-3B6A3492D4A4}"/>
          </ac:picMkLst>
        </pc:picChg>
        <pc:cxnChg chg="del">
          <ac:chgData name="Orlando Timmerman" userId="ff3b7671-119d-43fa-96a1-bc04123c0a64" providerId="ADAL" clId="{73F1257B-B696-550F-A745-147F59F59EE9}" dt="2025-10-29T22:02:45.999" v="3654" actId="478"/>
          <ac:cxnSpMkLst>
            <pc:docMk/>
            <pc:sldMk cId="1311986714" sldId="445"/>
            <ac:cxnSpMk id="32" creationId="{696BC30C-4BA2-6162-5050-09D7E987D82C}"/>
          </ac:cxnSpMkLst>
        </pc:cxnChg>
        <pc:cxnChg chg="add mod">
          <ac:chgData name="Orlando Timmerman" userId="ff3b7671-119d-43fa-96a1-bc04123c0a64" providerId="ADAL" clId="{73F1257B-B696-550F-A745-147F59F59EE9}" dt="2025-10-29T22:02:46.730" v="3655"/>
          <ac:cxnSpMkLst>
            <pc:docMk/>
            <pc:sldMk cId="1311986714" sldId="445"/>
            <ac:cxnSpMk id="38" creationId="{6B43BB55-57EC-D2A7-2B59-4189EDF3ED4E}"/>
          </ac:cxnSpMkLst>
        </pc:cxnChg>
      </pc:sldChg>
      <pc:sldChg chg="addSp delSp modSp add mod delAnim">
        <pc:chgData name="Orlando Timmerman" userId="ff3b7671-119d-43fa-96a1-bc04123c0a64" providerId="ADAL" clId="{73F1257B-B696-550F-A745-147F59F59EE9}" dt="2025-10-29T22:17:50.206" v="4601" actId="14826"/>
        <pc:sldMkLst>
          <pc:docMk/>
          <pc:sldMk cId="1964776952" sldId="446"/>
        </pc:sldMkLst>
        <pc:spChg chg="del">
          <ac:chgData name="Orlando Timmerman" userId="ff3b7671-119d-43fa-96a1-bc04123c0a64" providerId="ADAL" clId="{73F1257B-B696-550F-A745-147F59F59EE9}" dt="2025-10-29T22:00:59.373" v="3625" actId="478"/>
          <ac:spMkLst>
            <pc:docMk/>
            <pc:sldMk cId="1964776952" sldId="446"/>
            <ac:spMk id="3" creationId="{0440037B-9BCC-EF7C-D71E-A46ADB9AAAFB}"/>
          </ac:spMkLst>
        </pc:spChg>
        <pc:spChg chg="del">
          <ac:chgData name="Orlando Timmerman" userId="ff3b7671-119d-43fa-96a1-bc04123c0a64" providerId="ADAL" clId="{73F1257B-B696-550F-A745-147F59F59EE9}" dt="2025-10-29T22:00:59.373" v="3625" actId="478"/>
          <ac:spMkLst>
            <pc:docMk/>
            <pc:sldMk cId="1964776952" sldId="446"/>
            <ac:spMk id="4" creationId="{5312E856-0FE6-66C0-F6B8-5B741F88EDD5}"/>
          </ac:spMkLst>
        </pc:spChg>
        <pc:spChg chg="del">
          <ac:chgData name="Orlando Timmerman" userId="ff3b7671-119d-43fa-96a1-bc04123c0a64" providerId="ADAL" clId="{73F1257B-B696-550F-A745-147F59F59EE9}" dt="2025-10-29T22:02:12.259" v="3639" actId="478"/>
          <ac:spMkLst>
            <pc:docMk/>
            <pc:sldMk cId="1964776952" sldId="446"/>
            <ac:spMk id="6" creationId="{7560EFD0-E47A-EA81-4C3F-E77A24EA4957}"/>
          </ac:spMkLst>
        </pc:spChg>
        <pc:spChg chg="del">
          <ac:chgData name="Orlando Timmerman" userId="ff3b7671-119d-43fa-96a1-bc04123c0a64" providerId="ADAL" clId="{73F1257B-B696-550F-A745-147F59F59EE9}" dt="2025-10-29T22:02:12.259" v="3639" actId="478"/>
          <ac:spMkLst>
            <pc:docMk/>
            <pc:sldMk cId="1964776952" sldId="446"/>
            <ac:spMk id="7" creationId="{2BE218CE-4B63-AC77-9E08-30467DA23E76}"/>
          </ac:spMkLst>
        </pc:spChg>
        <pc:spChg chg="del">
          <ac:chgData name="Orlando Timmerman" userId="ff3b7671-119d-43fa-96a1-bc04123c0a64" providerId="ADAL" clId="{73F1257B-B696-550F-A745-147F59F59EE9}" dt="2025-10-29T22:02:12.259" v="3639" actId="478"/>
          <ac:spMkLst>
            <pc:docMk/>
            <pc:sldMk cId="1964776952" sldId="446"/>
            <ac:spMk id="9" creationId="{61D2F978-73DD-59BC-704F-E74D1FD4C433}"/>
          </ac:spMkLst>
        </pc:spChg>
        <pc:spChg chg="del">
          <ac:chgData name="Orlando Timmerman" userId="ff3b7671-119d-43fa-96a1-bc04123c0a64" providerId="ADAL" clId="{73F1257B-B696-550F-A745-147F59F59EE9}" dt="2025-10-29T22:00:59.373" v="3625" actId="478"/>
          <ac:spMkLst>
            <pc:docMk/>
            <pc:sldMk cId="1964776952" sldId="446"/>
            <ac:spMk id="11" creationId="{AE508236-97E5-D703-B878-B3334F05075C}"/>
          </ac:spMkLst>
        </pc:spChg>
        <pc:spChg chg="del">
          <ac:chgData name="Orlando Timmerman" userId="ff3b7671-119d-43fa-96a1-bc04123c0a64" providerId="ADAL" clId="{73F1257B-B696-550F-A745-147F59F59EE9}" dt="2025-10-29T22:00:59.373" v="3625" actId="478"/>
          <ac:spMkLst>
            <pc:docMk/>
            <pc:sldMk cId="1964776952" sldId="446"/>
            <ac:spMk id="13" creationId="{C135AEFA-6B6F-DAB2-A541-AF6E9805054C}"/>
          </ac:spMkLst>
        </pc:spChg>
        <pc:spChg chg="del">
          <ac:chgData name="Orlando Timmerman" userId="ff3b7671-119d-43fa-96a1-bc04123c0a64" providerId="ADAL" clId="{73F1257B-B696-550F-A745-147F59F59EE9}" dt="2025-10-29T22:00:59.373" v="3625" actId="478"/>
          <ac:spMkLst>
            <pc:docMk/>
            <pc:sldMk cId="1964776952" sldId="446"/>
            <ac:spMk id="14" creationId="{A071B957-6E81-F842-16F0-D4558B7AB791}"/>
          </ac:spMkLst>
        </pc:spChg>
        <pc:spChg chg="del">
          <ac:chgData name="Orlando Timmerman" userId="ff3b7671-119d-43fa-96a1-bc04123c0a64" providerId="ADAL" clId="{73F1257B-B696-550F-A745-147F59F59EE9}" dt="2025-10-29T22:00:59.373" v="3625" actId="478"/>
          <ac:spMkLst>
            <pc:docMk/>
            <pc:sldMk cId="1964776952" sldId="446"/>
            <ac:spMk id="15" creationId="{C8894FCC-DE1D-2A5B-A6B3-B4E47ED152D7}"/>
          </ac:spMkLst>
        </pc:spChg>
        <pc:spChg chg="del">
          <ac:chgData name="Orlando Timmerman" userId="ff3b7671-119d-43fa-96a1-bc04123c0a64" providerId="ADAL" clId="{73F1257B-B696-550F-A745-147F59F59EE9}" dt="2025-10-29T22:00:59.373" v="3625" actId="478"/>
          <ac:spMkLst>
            <pc:docMk/>
            <pc:sldMk cId="1964776952" sldId="446"/>
            <ac:spMk id="16" creationId="{CDD93280-C9FD-9691-3B7E-2860BFF25280}"/>
          </ac:spMkLst>
        </pc:spChg>
        <pc:spChg chg="del">
          <ac:chgData name="Orlando Timmerman" userId="ff3b7671-119d-43fa-96a1-bc04123c0a64" providerId="ADAL" clId="{73F1257B-B696-550F-A745-147F59F59EE9}" dt="2025-10-29T22:00:59.373" v="3625" actId="478"/>
          <ac:spMkLst>
            <pc:docMk/>
            <pc:sldMk cId="1964776952" sldId="446"/>
            <ac:spMk id="17" creationId="{F612D400-6394-BC9F-939A-42EE70834DA4}"/>
          </ac:spMkLst>
        </pc:spChg>
        <pc:spChg chg="del">
          <ac:chgData name="Orlando Timmerman" userId="ff3b7671-119d-43fa-96a1-bc04123c0a64" providerId="ADAL" clId="{73F1257B-B696-550F-A745-147F59F59EE9}" dt="2025-10-29T22:00:59.373" v="3625" actId="478"/>
          <ac:spMkLst>
            <pc:docMk/>
            <pc:sldMk cId="1964776952" sldId="446"/>
            <ac:spMk id="24" creationId="{2E8FDD97-ACAE-A02E-8213-71EA16EEFDE4}"/>
          </ac:spMkLst>
        </pc:spChg>
        <pc:spChg chg="mod">
          <ac:chgData name="Orlando Timmerman" userId="ff3b7671-119d-43fa-96a1-bc04123c0a64" providerId="ADAL" clId="{73F1257B-B696-550F-A745-147F59F59EE9}" dt="2025-10-29T22:02:10.251" v="3638" actId="207"/>
          <ac:spMkLst>
            <pc:docMk/>
            <pc:sldMk cId="1964776952" sldId="446"/>
            <ac:spMk id="25" creationId="{37FD1089-FE2B-5763-0DF7-60F9F3FB9C2E}"/>
          </ac:spMkLst>
        </pc:spChg>
        <pc:spChg chg="del">
          <ac:chgData name="Orlando Timmerman" userId="ff3b7671-119d-43fa-96a1-bc04123c0a64" providerId="ADAL" clId="{73F1257B-B696-550F-A745-147F59F59EE9}" dt="2025-10-29T22:02:12.259" v="3639" actId="478"/>
          <ac:spMkLst>
            <pc:docMk/>
            <pc:sldMk cId="1964776952" sldId="446"/>
            <ac:spMk id="28" creationId="{45541EBC-C49B-5A7F-B12A-225CCED7CD52}"/>
          </ac:spMkLst>
        </pc:spChg>
        <pc:spChg chg="del">
          <ac:chgData name="Orlando Timmerman" userId="ff3b7671-119d-43fa-96a1-bc04123c0a64" providerId="ADAL" clId="{73F1257B-B696-550F-A745-147F59F59EE9}" dt="2025-10-29T22:02:12.259" v="3639" actId="478"/>
          <ac:spMkLst>
            <pc:docMk/>
            <pc:sldMk cId="1964776952" sldId="446"/>
            <ac:spMk id="29" creationId="{D626BEAC-83B2-BB72-20D7-210FB7C4E8DC}"/>
          </ac:spMkLst>
        </pc:spChg>
        <pc:spChg chg="del">
          <ac:chgData name="Orlando Timmerman" userId="ff3b7671-119d-43fa-96a1-bc04123c0a64" providerId="ADAL" clId="{73F1257B-B696-550F-A745-147F59F59EE9}" dt="2025-10-29T22:02:12.259" v="3639" actId="478"/>
          <ac:spMkLst>
            <pc:docMk/>
            <pc:sldMk cId="1964776952" sldId="446"/>
            <ac:spMk id="33" creationId="{4563DAD7-9034-3261-5043-8775F5C8583D}"/>
          </ac:spMkLst>
        </pc:spChg>
        <pc:spChg chg="del">
          <ac:chgData name="Orlando Timmerman" userId="ff3b7671-119d-43fa-96a1-bc04123c0a64" providerId="ADAL" clId="{73F1257B-B696-550F-A745-147F59F59EE9}" dt="2025-10-29T22:02:12.259" v="3639" actId="478"/>
          <ac:spMkLst>
            <pc:docMk/>
            <pc:sldMk cId="1964776952" sldId="446"/>
            <ac:spMk id="34" creationId="{A38B8A06-D9B5-6229-B942-1898BBD7CA32}"/>
          </ac:spMkLst>
        </pc:spChg>
        <pc:spChg chg="add mod">
          <ac:chgData name="Orlando Timmerman" userId="ff3b7671-119d-43fa-96a1-bc04123c0a64" providerId="ADAL" clId="{73F1257B-B696-550F-A745-147F59F59EE9}" dt="2025-10-29T22:01:02.041" v="3628"/>
          <ac:spMkLst>
            <pc:docMk/>
            <pc:sldMk cId="1964776952" sldId="446"/>
            <ac:spMk id="35" creationId="{2641C9D8-B638-E378-F2FE-B06C2B94BEC8}"/>
          </ac:spMkLst>
        </pc:spChg>
        <pc:spChg chg="del">
          <ac:chgData name="Orlando Timmerman" userId="ff3b7671-119d-43fa-96a1-bc04123c0a64" providerId="ADAL" clId="{73F1257B-B696-550F-A745-147F59F59EE9}" dt="2025-10-29T22:02:12.259" v="3639" actId="478"/>
          <ac:spMkLst>
            <pc:docMk/>
            <pc:sldMk cId="1964776952" sldId="446"/>
            <ac:spMk id="36" creationId="{8195E37F-0754-623A-8F1D-691ABC2B457D}"/>
          </ac:spMkLst>
        </pc:spChg>
        <pc:spChg chg="add mod">
          <ac:chgData name="Orlando Timmerman" userId="ff3b7671-119d-43fa-96a1-bc04123c0a64" providerId="ADAL" clId="{73F1257B-B696-550F-A745-147F59F59EE9}" dt="2025-10-29T22:01:02.041" v="3628"/>
          <ac:spMkLst>
            <pc:docMk/>
            <pc:sldMk cId="1964776952" sldId="446"/>
            <ac:spMk id="37" creationId="{F4DF4E16-0DC0-5443-1716-021E6C32423C}"/>
          </ac:spMkLst>
        </pc:spChg>
        <pc:spChg chg="del">
          <ac:chgData name="Orlando Timmerman" userId="ff3b7671-119d-43fa-96a1-bc04123c0a64" providerId="ADAL" clId="{73F1257B-B696-550F-A745-147F59F59EE9}" dt="2025-10-29T22:00:59.373" v="3625" actId="478"/>
          <ac:spMkLst>
            <pc:docMk/>
            <pc:sldMk cId="1964776952" sldId="446"/>
            <ac:spMk id="45" creationId="{FFA7B89C-8941-B81A-5E1E-908A251C9FD3}"/>
          </ac:spMkLst>
        </pc:spChg>
        <pc:spChg chg="mod">
          <ac:chgData name="Orlando Timmerman" userId="ff3b7671-119d-43fa-96a1-bc04123c0a64" providerId="ADAL" clId="{73F1257B-B696-550F-A745-147F59F59EE9}" dt="2025-10-29T22:01:00.322" v="3626" actId="1076"/>
          <ac:spMkLst>
            <pc:docMk/>
            <pc:sldMk cId="1964776952" sldId="446"/>
            <ac:spMk id="1059" creationId="{FD161A74-8B36-CDAC-3C5E-D27D289B15C8}"/>
          </ac:spMkLst>
        </pc:spChg>
        <pc:spChg chg="mod">
          <ac:chgData name="Orlando Timmerman" userId="ff3b7671-119d-43fa-96a1-bc04123c0a64" providerId="ADAL" clId="{73F1257B-B696-550F-A745-147F59F59EE9}" dt="2025-10-29T22:01:00.322" v="3626" actId="1076"/>
          <ac:spMkLst>
            <pc:docMk/>
            <pc:sldMk cId="1964776952" sldId="446"/>
            <ac:spMk id="1062" creationId="{F50B24DE-E19B-5303-623F-5712A0033FED}"/>
          </ac:spMkLst>
        </pc:spChg>
        <pc:spChg chg="mod">
          <ac:chgData name="Orlando Timmerman" userId="ff3b7671-119d-43fa-96a1-bc04123c0a64" providerId="ADAL" clId="{73F1257B-B696-550F-A745-147F59F59EE9}" dt="2025-10-29T22:01:00.322" v="3626" actId="1076"/>
          <ac:spMkLst>
            <pc:docMk/>
            <pc:sldMk cId="1964776952" sldId="446"/>
            <ac:spMk id="1063" creationId="{010BD4ED-1B54-7FE3-57FD-7905787EFF31}"/>
          </ac:spMkLst>
        </pc:spChg>
        <pc:spChg chg="mod">
          <ac:chgData name="Orlando Timmerman" userId="ff3b7671-119d-43fa-96a1-bc04123c0a64" providerId="ADAL" clId="{73F1257B-B696-550F-A745-147F59F59EE9}" dt="2025-10-29T22:01:00.322" v="3626" actId="1076"/>
          <ac:spMkLst>
            <pc:docMk/>
            <pc:sldMk cId="1964776952" sldId="446"/>
            <ac:spMk id="1065" creationId="{2DCBBD84-66B8-DE44-493F-01E8A4F8A681}"/>
          </ac:spMkLst>
        </pc:spChg>
        <pc:spChg chg="mod">
          <ac:chgData name="Orlando Timmerman" userId="ff3b7671-119d-43fa-96a1-bc04123c0a64" providerId="ADAL" clId="{73F1257B-B696-550F-A745-147F59F59EE9}" dt="2025-10-29T22:01:00.322" v="3626" actId="1076"/>
          <ac:spMkLst>
            <pc:docMk/>
            <pc:sldMk cId="1964776952" sldId="446"/>
            <ac:spMk id="1066" creationId="{06260670-5F9A-B885-8273-82681843BC73}"/>
          </ac:spMkLst>
        </pc:spChg>
        <pc:grpChg chg="del mod">
          <ac:chgData name="Orlando Timmerman" userId="ff3b7671-119d-43fa-96a1-bc04123c0a64" providerId="ADAL" clId="{73F1257B-B696-550F-A745-147F59F59EE9}" dt="2025-10-29T22:01:01.574" v="3627" actId="478"/>
          <ac:grpSpMkLst>
            <pc:docMk/>
            <pc:sldMk cId="1964776952" sldId="446"/>
            <ac:grpSpMk id="43" creationId="{210048F2-8380-D204-654C-9491DD9F9F8D}"/>
          </ac:grpSpMkLst>
        </pc:grpChg>
        <pc:graphicFrameChg chg="add mod">
          <ac:chgData name="Orlando Timmerman" userId="ff3b7671-119d-43fa-96a1-bc04123c0a64" providerId="ADAL" clId="{73F1257B-B696-550F-A745-147F59F59EE9}" dt="2025-10-29T22:01:02.041" v="3628"/>
          <ac:graphicFrameMkLst>
            <pc:docMk/>
            <pc:sldMk cId="1964776952" sldId="446"/>
            <ac:graphicFrameMk id="19" creationId="{34D76E98-2B46-ECE2-FF53-70408B2D7CB7}"/>
          </ac:graphicFrameMkLst>
        </pc:graphicFrameChg>
        <pc:graphicFrameChg chg="add mod">
          <ac:chgData name="Orlando Timmerman" userId="ff3b7671-119d-43fa-96a1-bc04123c0a64" providerId="ADAL" clId="{73F1257B-B696-550F-A745-147F59F59EE9}" dt="2025-10-29T22:01:02.041" v="3628"/>
          <ac:graphicFrameMkLst>
            <pc:docMk/>
            <pc:sldMk cId="1964776952" sldId="446"/>
            <ac:graphicFrameMk id="26" creationId="{8430B527-A13B-0CF5-A87E-E2A83B9DFB91}"/>
          </ac:graphicFrameMkLst>
        </pc:graphicFrameChg>
        <pc:graphicFrameChg chg="add mod">
          <ac:chgData name="Orlando Timmerman" userId="ff3b7671-119d-43fa-96a1-bc04123c0a64" providerId="ADAL" clId="{73F1257B-B696-550F-A745-147F59F59EE9}" dt="2025-10-29T22:01:02.041" v="3628"/>
          <ac:graphicFrameMkLst>
            <pc:docMk/>
            <pc:sldMk cId="1964776952" sldId="446"/>
            <ac:graphicFrameMk id="38" creationId="{C285CD07-4B60-FF9E-0AB1-98FEAE717371}"/>
          </ac:graphicFrameMkLst>
        </pc:graphicFrameChg>
        <pc:picChg chg="add mod">
          <ac:chgData name="Orlando Timmerman" userId="ff3b7671-119d-43fa-96a1-bc04123c0a64" providerId="ADAL" clId="{73F1257B-B696-550F-A745-147F59F59EE9}" dt="2025-10-29T22:01:02.041" v="3628"/>
          <ac:picMkLst>
            <pc:docMk/>
            <pc:sldMk cId="1964776952" sldId="446"/>
            <ac:picMk id="27" creationId="{0D5B1385-4165-E8BA-1CF2-E2562BC76FD8}"/>
          </ac:picMkLst>
        </pc:picChg>
        <pc:picChg chg="add mod">
          <ac:chgData name="Orlando Timmerman" userId="ff3b7671-119d-43fa-96a1-bc04123c0a64" providerId="ADAL" clId="{73F1257B-B696-550F-A745-147F59F59EE9}" dt="2025-10-29T22:01:02.041" v="3628"/>
          <ac:picMkLst>
            <pc:docMk/>
            <pc:sldMk cId="1964776952" sldId="446"/>
            <ac:picMk id="30" creationId="{C85B53EE-87DC-4500-F1BC-787BB0E2C964}"/>
          </ac:picMkLst>
        </pc:picChg>
        <pc:picChg chg="add mod">
          <ac:chgData name="Orlando Timmerman" userId="ff3b7671-119d-43fa-96a1-bc04123c0a64" providerId="ADAL" clId="{73F1257B-B696-550F-A745-147F59F59EE9}" dt="2025-10-29T22:01:02.041" v="3628"/>
          <ac:picMkLst>
            <pc:docMk/>
            <pc:sldMk cId="1964776952" sldId="446"/>
            <ac:picMk id="31" creationId="{2C30D1CA-AEB0-5D93-25B0-C414D536E364}"/>
          </ac:picMkLst>
        </pc:picChg>
        <pc:picChg chg="add mod">
          <ac:chgData name="Orlando Timmerman" userId="ff3b7671-119d-43fa-96a1-bc04123c0a64" providerId="ADAL" clId="{73F1257B-B696-550F-A745-147F59F59EE9}" dt="2025-10-29T22:17:38.161" v="4599"/>
          <ac:picMkLst>
            <pc:docMk/>
            <pc:sldMk cId="1964776952" sldId="446"/>
            <ac:picMk id="39" creationId="{5CA39B9B-4FA1-63E0-8DF3-FF70760B0272}"/>
          </ac:picMkLst>
        </pc:picChg>
        <pc:picChg chg="add mod">
          <ac:chgData name="Orlando Timmerman" userId="ff3b7671-119d-43fa-96a1-bc04123c0a64" providerId="ADAL" clId="{73F1257B-B696-550F-A745-147F59F59EE9}" dt="2025-10-29T22:17:50.206" v="4601" actId="14826"/>
          <ac:picMkLst>
            <pc:docMk/>
            <pc:sldMk cId="1964776952" sldId="446"/>
            <ac:picMk id="40" creationId="{A58964B5-4FDD-38B5-5303-293064F5DD7F}"/>
          </ac:picMkLst>
        </pc:picChg>
        <pc:picChg chg="mod">
          <ac:chgData name="Orlando Timmerman" userId="ff3b7671-119d-43fa-96a1-bc04123c0a64" providerId="ADAL" clId="{73F1257B-B696-550F-A745-147F59F59EE9}" dt="2025-10-29T22:01:00.322" v="3626" actId="1076"/>
          <ac:picMkLst>
            <pc:docMk/>
            <pc:sldMk cId="1964776952" sldId="446"/>
            <ac:picMk id="1064" creationId="{16AE8A25-BF17-AF66-4C29-DE2CBAEC7E88}"/>
          </ac:picMkLst>
        </pc:picChg>
        <pc:picChg chg="mod">
          <ac:chgData name="Orlando Timmerman" userId="ff3b7671-119d-43fa-96a1-bc04123c0a64" providerId="ADAL" clId="{73F1257B-B696-550F-A745-147F59F59EE9}" dt="2025-10-29T22:01:00.322" v="3626" actId="1076"/>
          <ac:picMkLst>
            <pc:docMk/>
            <pc:sldMk cId="1964776952" sldId="446"/>
            <ac:picMk id="1067" creationId="{F9E24D3E-7943-B94C-2E79-3F7257CCC61D}"/>
          </ac:picMkLst>
        </pc:picChg>
        <pc:picChg chg="mod">
          <ac:chgData name="Orlando Timmerman" userId="ff3b7671-119d-43fa-96a1-bc04123c0a64" providerId="ADAL" clId="{73F1257B-B696-550F-A745-147F59F59EE9}" dt="2025-10-29T22:01:00.322" v="3626" actId="1076"/>
          <ac:picMkLst>
            <pc:docMk/>
            <pc:sldMk cId="1964776952" sldId="446"/>
            <ac:picMk id="1068" creationId="{6AD45571-02B2-17B7-D06B-93D24BB682F6}"/>
          </ac:picMkLst>
        </pc:picChg>
        <pc:cxnChg chg="mod">
          <ac:chgData name="Orlando Timmerman" userId="ff3b7671-119d-43fa-96a1-bc04123c0a64" providerId="ADAL" clId="{73F1257B-B696-550F-A745-147F59F59EE9}" dt="2025-10-29T22:01:00.322" v="3626" actId="1076"/>
          <ac:cxnSpMkLst>
            <pc:docMk/>
            <pc:sldMk cId="1964776952" sldId="446"/>
            <ac:cxnSpMk id="1060" creationId="{2CCDD798-4E94-D598-57E8-C58E6DBA9CDF}"/>
          </ac:cxnSpMkLst>
        </pc:cxnChg>
      </pc:sldChg>
      <pc:sldChg chg="addSp delSp modSp add mod delAnim modAnim modNotesTx">
        <pc:chgData name="Orlando Timmerman" userId="ff3b7671-119d-43fa-96a1-bc04123c0a64" providerId="ADAL" clId="{73F1257B-B696-550F-A745-147F59F59EE9}" dt="2025-10-30T12:31:46.218" v="4619" actId="20577"/>
        <pc:sldMkLst>
          <pc:docMk/>
          <pc:sldMk cId="3189461770" sldId="447"/>
        </pc:sldMkLst>
        <pc:spChg chg="add del mod">
          <ac:chgData name="Orlando Timmerman" userId="ff3b7671-119d-43fa-96a1-bc04123c0a64" providerId="ADAL" clId="{73F1257B-B696-550F-A745-147F59F59EE9}" dt="2025-10-29T21:12:28.390" v="901" actId="478"/>
          <ac:spMkLst>
            <pc:docMk/>
            <pc:sldMk cId="3189461770" sldId="447"/>
            <ac:spMk id="3" creationId="{9AC934F2-9C3E-A23F-04C9-337A2FEF91CB}"/>
          </ac:spMkLst>
        </pc:spChg>
        <pc:spChg chg="del">
          <ac:chgData name="Orlando Timmerman" userId="ff3b7671-119d-43fa-96a1-bc04123c0a64" providerId="ADAL" clId="{73F1257B-B696-550F-A745-147F59F59EE9}" dt="2025-10-29T21:24:02.496" v="1187" actId="478"/>
          <ac:spMkLst>
            <pc:docMk/>
            <pc:sldMk cId="3189461770" sldId="447"/>
            <ac:spMk id="6" creationId="{24DA7189-30CC-5AC3-18E9-6C96CA47FE4C}"/>
          </ac:spMkLst>
        </pc:spChg>
        <pc:spChg chg="del">
          <ac:chgData name="Orlando Timmerman" userId="ff3b7671-119d-43fa-96a1-bc04123c0a64" providerId="ADAL" clId="{73F1257B-B696-550F-A745-147F59F59EE9}" dt="2025-10-29T21:24:02.496" v="1187" actId="478"/>
          <ac:spMkLst>
            <pc:docMk/>
            <pc:sldMk cId="3189461770" sldId="447"/>
            <ac:spMk id="7" creationId="{F35A7032-C7BC-3359-6A60-40CBC5EDBFB2}"/>
          </ac:spMkLst>
        </pc:spChg>
        <pc:spChg chg="del">
          <ac:chgData name="Orlando Timmerman" userId="ff3b7671-119d-43fa-96a1-bc04123c0a64" providerId="ADAL" clId="{73F1257B-B696-550F-A745-147F59F59EE9}" dt="2025-10-29T21:24:02.496" v="1187" actId="478"/>
          <ac:spMkLst>
            <pc:docMk/>
            <pc:sldMk cId="3189461770" sldId="447"/>
            <ac:spMk id="9" creationId="{5391E2A5-34D4-761C-8C0A-6433745BB139}"/>
          </ac:spMkLst>
        </pc:spChg>
        <pc:spChg chg="add del mod">
          <ac:chgData name="Orlando Timmerman" userId="ff3b7671-119d-43fa-96a1-bc04123c0a64" providerId="ADAL" clId="{73F1257B-B696-550F-A745-147F59F59EE9}" dt="2025-10-29T21:21:50.764" v="1151" actId="478"/>
          <ac:spMkLst>
            <pc:docMk/>
            <pc:sldMk cId="3189461770" sldId="447"/>
            <ac:spMk id="16" creationId="{860D13BA-9FDD-D152-A9BE-9E38F0D843FD}"/>
          </ac:spMkLst>
        </pc:spChg>
        <pc:spChg chg="add mod">
          <ac:chgData name="Orlando Timmerman" userId="ff3b7671-119d-43fa-96a1-bc04123c0a64" providerId="ADAL" clId="{73F1257B-B696-550F-A745-147F59F59EE9}" dt="2025-10-29T21:21:48.770" v="1150" actId="20577"/>
          <ac:spMkLst>
            <pc:docMk/>
            <pc:sldMk cId="3189461770" sldId="447"/>
            <ac:spMk id="17" creationId="{B4CED487-234C-D200-0721-BDDD6378D7F4}"/>
          </ac:spMkLst>
        </pc:spChg>
        <pc:spChg chg="add mod">
          <ac:chgData name="Orlando Timmerman" userId="ff3b7671-119d-43fa-96a1-bc04123c0a64" providerId="ADAL" clId="{73F1257B-B696-550F-A745-147F59F59EE9}" dt="2025-10-29T21:22:10.172" v="1152"/>
          <ac:spMkLst>
            <pc:docMk/>
            <pc:sldMk cId="3189461770" sldId="447"/>
            <ac:spMk id="19" creationId="{FFE2B660-AFE2-63A1-4058-D0429436E4DF}"/>
          </ac:spMkLst>
        </pc:spChg>
        <pc:spChg chg="del">
          <ac:chgData name="Orlando Timmerman" userId="ff3b7671-119d-43fa-96a1-bc04123c0a64" providerId="ADAL" clId="{73F1257B-B696-550F-A745-147F59F59EE9}" dt="2025-10-29T21:24:02.496" v="1187" actId="478"/>
          <ac:spMkLst>
            <pc:docMk/>
            <pc:sldMk cId="3189461770" sldId="447"/>
            <ac:spMk id="28" creationId="{04686FB0-DC31-FC7D-F483-374A6617731F}"/>
          </ac:spMkLst>
        </pc:spChg>
        <pc:spChg chg="del">
          <ac:chgData name="Orlando Timmerman" userId="ff3b7671-119d-43fa-96a1-bc04123c0a64" providerId="ADAL" clId="{73F1257B-B696-550F-A745-147F59F59EE9}" dt="2025-10-29T21:24:06.283" v="1188" actId="478"/>
          <ac:spMkLst>
            <pc:docMk/>
            <pc:sldMk cId="3189461770" sldId="447"/>
            <ac:spMk id="29" creationId="{9CB86CDE-FAA3-EDC0-D1AC-2F98C46B4CD5}"/>
          </ac:spMkLst>
        </pc:spChg>
        <pc:spChg chg="del">
          <ac:chgData name="Orlando Timmerman" userId="ff3b7671-119d-43fa-96a1-bc04123c0a64" providerId="ADAL" clId="{73F1257B-B696-550F-A745-147F59F59EE9}" dt="2025-10-29T21:24:06.283" v="1188" actId="478"/>
          <ac:spMkLst>
            <pc:docMk/>
            <pc:sldMk cId="3189461770" sldId="447"/>
            <ac:spMk id="33" creationId="{DC6C7285-0511-93E9-B26C-A0508B55E14B}"/>
          </ac:spMkLst>
        </pc:spChg>
        <pc:spChg chg="del">
          <ac:chgData name="Orlando Timmerman" userId="ff3b7671-119d-43fa-96a1-bc04123c0a64" providerId="ADAL" clId="{73F1257B-B696-550F-A745-147F59F59EE9}" dt="2025-10-29T21:24:06.283" v="1188" actId="478"/>
          <ac:spMkLst>
            <pc:docMk/>
            <pc:sldMk cId="3189461770" sldId="447"/>
            <ac:spMk id="34" creationId="{D940370A-A2D5-2D56-BD20-340EEB5C8162}"/>
          </ac:spMkLst>
        </pc:spChg>
        <pc:spChg chg="del">
          <ac:chgData name="Orlando Timmerman" userId="ff3b7671-119d-43fa-96a1-bc04123c0a64" providerId="ADAL" clId="{73F1257B-B696-550F-A745-147F59F59EE9}" dt="2025-10-29T21:24:06.283" v="1188" actId="478"/>
          <ac:spMkLst>
            <pc:docMk/>
            <pc:sldMk cId="3189461770" sldId="447"/>
            <ac:spMk id="36" creationId="{7D986A89-F8A5-CADA-4078-71E8F6369E82}"/>
          </ac:spMkLst>
        </pc:spChg>
        <pc:spChg chg="mod">
          <ac:chgData name="Orlando Timmerman" userId="ff3b7671-119d-43fa-96a1-bc04123c0a64" providerId="ADAL" clId="{73F1257B-B696-550F-A745-147F59F59EE9}" dt="2025-10-29T21:22:50.428" v="1169" actId="1076"/>
          <ac:spMkLst>
            <pc:docMk/>
            <pc:sldMk cId="3189461770" sldId="447"/>
            <ac:spMk id="40" creationId="{6AF95868-05B4-51DD-E70A-7ABC7A39755E}"/>
          </ac:spMkLst>
        </pc:spChg>
        <pc:picChg chg="add mod">
          <ac:chgData name="Orlando Timmerman" userId="ff3b7671-119d-43fa-96a1-bc04123c0a64" providerId="ADAL" clId="{73F1257B-B696-550F-A745-147F59F59EE9}" dt="2025-10-29T21:23:30.285" v="1181" actId="12788"/>
          <ac:picMkLst>
            <pc:docMk/>
            <pc:sldMk cId="3189461770" sldId="447"/>
            <ac:picMk id="4" creationId="{62FEEF6A-8B36-6FC3-FF7A-9D0E7E230F1D}"/>
          </ac:picMkLst>
        </pc:picChg>
        <pc:picChg chg="add mod">
          <ac:chgData name="Orlando Timmerman" userId="ff3b7671-119d-43fa-96a1-bc04123c0a64" providerId="ADAL" clId="{73F1257B-B696-550F-A745-147F59F59EE9}" dt="2025-10-29T21:23:30.285" v="1181" actId="12788"/>
          <ac:picMkLst>
            <pc:docMk/>
            <pc:sldMk cId="3189461770" sldId="447"/>
            <ac:picMk id="11" creationId="{3CAD22AA-9FF0-9768-C2BE-4C1889D41653}"/>
          </ac:picMkLst>
        </pc:picChg>
        <pc:picChg chg="add mod">
          <ac:chgData name="Orlando Timmerman" userId="ff3b7671-119d-43fa-96a1-bc04123c0a64" providerId="ADAL" clId="{73F1257B-B696-550F-A745-147F59F59EE9}" dt="2025-10-29T21:23:30.285" v="1181" actId="12788"/>
          <ac:picMkLst>
            <pc:docMk/>
            <pc:sldMk cId="3189461770" sldId="447"/>
            <ac:picMk id="13" creationId="{2615FA9D-636E-6D50-419B-0ABD4C171A7E}"/>
          </ac:picMkLst>
        </pc:picChg>
        <pc:picChg chg="add mod">
          <ac:chgData name="Orlando Timmerman" userId="ff3b7671-119d-43fa-96a1-bc04123c0a64" providerId="ADAL" clId="{73F1257B-B696-550F-A745-147F59F59EE9}" dt="2025-10-29T21:23:30.285" v="1181" actId="12788"/>
          <ac:picMkLst>
            <pc:docMk/>
            <pc:sldMk cId="3189461770" sldId="447"/>
            <ac:picMk id="14" creationId="{169E736B-3D97-B027-CCE7-9DBB4CD7F264}"/>
          </ac:picMkLst>
        </pc:picChg>
        <pc:picChg chg="add del">
          <ac:chgData name="Orlando Timmerman" userId="ff3b7671-119d-43fa-96a1-bc04123c0a64" providerId="ADAL" clId="{73F1257B-B696-550F-A745-147F59F59EE9}" dt="2025-10-29T21:22:15.485" v="1155" actId="21"/>
          <ac:picMkLst>
            <pc:docMk/>
            <pc:sldMk cId="3189461770" sldId="447"/>
            <ac:picMk id="20" creationId="{5253906C-795C-8E0D-45E8-F827F9AA9A81}"/>
          </ac:picMkLst>
        </pc:picChg>
      </pc:sldChg>
      <pc:sldChg chg="delSp modSp add mod ord modNotesTx">
        <pc:chgData name="Orlando Timmerman" userId="ff3b7671-119d-43fa-96a1-bc04123c0a64" providerId="ADAL" clId="{73F1257B-B696-550F-A745-147F59F59EE9}" dt="2025-10-30T12:31:43.913" v="4618" actId="20577"/>
        <pc:sldMkLst>
          <pc:docMk/>
          <pc:sldMk cId="829648268" sldId="448"/>
        </pc:sldMkLst>
        <pc:spChg chg="del">
          <ac:chgData name="Orlando Timmerman" userId="ff3b7671-119d-43fa-96a1-bc04123c0a64" providerId="ADAL" clId="{73F1257B-B696-550F-A745-147F59F59EE9}" dt="2025-10-29T21:23:59.762" v="1186" actId="478"/>
          <ac:spMkLst>
            <pc:docMk/>
            <pc:sldMk cId="829648268" sldId="448"/>
            <ac:spMk id="6" creationId="{1746F128-2EDD-813E-77AF-D907BF54082A}"/>
          </ac:spMkLst>
        </pc:spChg>
        <pc:spChg chg="del">
          <ac:chgData name="Orlando Timmerman" userId="ff3b7671-119d-43fa-96a1-bc04123c0a64" providerId="ADAL" clId="{73F1257B-B696-550F-A745-147F59F59EE9}" dt="2025-10-29T21:23:59.762" v="1186" actId="478"/>
          <ac:spMkLst>
            <pc:docMk/>
            <pc:sldMk cId="829648268" sldId="448"/>
            <ac:spMk id="7" creationId="{0FE0CAD6-82A8-FE85-7EC9-BF897A1A41D0}"/>
          </ac:spMkLst>
        </pc:spChg>
        <pc:spChg chg="del">
          <ac:chgData name="Orlando Timmerman" userId="ff3b7671-119d-43fa-96a1-bc04123c0a64" providerId="ADAL" clId="{73F1257B-B696-550F-A745-147F59F59EE9}" dt="2025-10-29T21:23:59.762" v="1186" actId="478"/>
          <ac:spMkLst>
            <pc:docMk/>
            <pc:sldMk cId="829648268" sldId="448"/>
            <ac:spMk id="9" creationId="{895AD5E4-114C-4D90-EE7E-3F1F50CD8D13}"/>
          </ac:spMkLst>
        </pc:spChg>
        <pc:spChg chg="del">
          <ac:chgData name="Orlando Timmerman" userId="ff3b7671-119d-43fa-96a1-bc04123c0a64" providerId="ADAL" clId="{73F1257B-B696-550F-A745-147F59F59EE9}" dt="2025-10-29T21:23:59.762" v="1186" actId="478"/>
          <ac:spMkLst>
            <pc:docMk/>
            <pc:sldMk cId="829648268" sldId="448"/>
            <ac:spMk id="28" creationId="{E80AA551-905B-AE13-0F4C-2B55F7767007}"/>
          </ac:spMkLst>
        </pc:spChg>
        <pc:spChg chg="del">
          <ac:chgData name="Orlando Timmerman" userId="ff3b7671-119d-43fa-96a1-bc04123c0a64" providerId="ADAL" clId="{73F1257B-B696-550F-A745-147F59F59EE9}" dt="2025-10-29T21:23:59.762" v="1186" actId="478"/>
          <ac:spMkLst>
            <pc:docMk/>
            <pc:sldMk cId="829648268" sldId="448"/>
            <ac:spMk id="29" creationId="{483BBF42-BDB2-E853-407F-945DCB46AB52}"/>
          </ac:spMkLst>
        </pc:spChg>
        <pc:spChg chg="del">
          <ac:chgData name="Orlando Timmerman" userId="ff3b7671-119d-43fa-96a1-bc04123c0a64" providerId="ADAL" clId="{73F1257B-B696-550F-A745-147F59F59EE9}" dt="2025-10-29T21:23:59.762" v="1186" actId="478"/>
          <ac:spMkLst>
            <pc:docMk/>
            <pc:sldMk cId="829648268" sldId="448"/>
            <ac:spMk id="33" creationId="{B682C811-F1B2-933A-C226-80FDD87C57ED}"/>
          </ac:spMkLst>
        </pc:spChg>
        <pc:spChg chg="del">
          <ac:chgData name="Orlando Timmerman" userId="ff3b7671-119d-43fa-96a1-bc04123c0a64" providerId="ADAL" clId="{73F1257B-B696-550F-A745-147F59F59EE9}" dt="2025-10-29T21:23:59.762" v="1186" actId="478"/>
          <ac:spMkLst>
            <pc:docMk/>
            <pc:sldMk cId="829648268" sldId="448"/>
            <ac:spMk id="34" creationId="{C25A497B-2833-AB44-1EB4-B29C2A26893D}"/>
          </ac:spMkLst>
        </pc:spChg>
        <pc:spChg chg="del">
          <ac:chgData name="Orlando Timmerman" userId="ff3b7671-119d-43fa-96a1-bc04123c0a64" providerId="ADAL" clId="{73F1257B-B696-550F-A745-147F59F59EE9}" dt="2025-10-29T21:23:59.762" v="1186" actId="478"/>
          <ac:spMkLst>
            <pc:docMk/>
            <pc:sldMk cId="829648268" sldId="448"/>
            <ac:spMk id="36" creationId="{8FDAD95D-D925-32B7-6841-870F4119A1BE}"/>
          </ac:spMkLst>
        </pc:spChg>
        <pc:spChg chg="mod">
          <ac:chgData name="Orlando Timmerman" userId="ff3b7671-119d-43fa-96a1-bc04123c0a64" providerId="ADAL" clId="{73F1257B-B696-550F-A745-147F59F59EE9}" dt="2025-10-29T21:17:01.073" v="1109" actId="113"/>
          <ac:spMkLst>
            <pc:docMk/>
            <pc:sldMk cId="829648268" sldId="448"/>
            <ac:spMk id="40" creationId="{07441FCD-722F-A31D-7E50-5E9C1F287ACC}"/>
          </ac:spMkLst>
        </pc:spChg>
      </pc:sldChg>
      <pc:sldChg chg="delSp modSp add mod modNotesTx">
        <pc:chgData name="Orlando Timmerman" userId="ff3b7671-119d-43fa-96a1-bc04123c0a64" providerId="ADAL" clId="{73F1257B-B696-550F-A745-147F59F59EE9}" dt="2025-10-30T12:31:40.753" v="4617" actId="20577"/>
        <pc:sldMkLst>
          <pc:docMk/>
          <pc:sldMk cId="3151459782" sldId="449"/>
        </pc:sldMkLst>
        <pc:spChg chg="del">
          <ac:chgData name="Orlando Timmerman" userId="ff3b7671-119d-43fa-96a1-bc04123c0a64" providerId="ADAL" clId="{73F1257B-B696-550F-A745-147F59F59EE9}" dt="2025-10-29T21:23:56.921" v="1185" actId="478"/>
          <ac:spMkLst>
            <pc:docMk/>
            <pc:sldMk cId="3151459782" sldId="449"/>
            <ac:spMk id="6" creationId="{D9E6A837-D4F1-7BA6-E9D2-FDE32EDF7629}"/>
          </ac:spMkLst>
        </pc:spChg>
        <pc:spChg chg="del">
          <ac:chgData name="Orlando Timmerman" userId="ff3b7671-119d-43fa-96a1-bc04123c0a64" providerId="ADAL" clId="{73F1257B-B696-550F-A745-147F59F59EE9}" dt="2025-10-29T21:23:56.921" v="1185" actId="478"/>
          <ac:spMkLst>
            <pc:docMk/>
            <pc:sldMk cId="3151459782" sldId="449"/>
            <ac:spMk id="7" creationId="{7B8F721B-C878-DE42-23AC-A6A2F2871DBA}"/>
          </ac:spMkLst>
        </pc:spChg>
        <pc:spChg chg="del">
          <ac:chgData name="Orlando Timmerman" userId="ff3b7671-119d-43fa-96a1-bc04123c0a64" providerId="ADAL" clId="{73F1257B-B696-550F-A745-147F59F59EE9}" dt="2025-10-29T21:23:56.921" v="1185" actId="478"/>
          <ac:spMkLst>
            <pc:docMk/>
            <pc:sldMk cId="3151459782" sldId="449"/>
            <ac:spMk id="9" creationId="{BA76A688-9833-9AF8-435C-086C74A351BD}"/>
          </ac:spMkLst>
        </pc:spChg>
        <pc:spChg chg="del">
          <ac:chgData name="Orlando Timmerman" userId="ff3b7671-119d-43fa-96a1-bc04123c0a64" providerId="ADAL" clId="{73F1257B-B696-550F-A745-147F59F59EE9}" dt="2025-10-29T21:23:56.921" v="1185" actId="478"/>
          <ac:spMkLst>
            <pc:docMk/>
            <pc:sldMk cId="3151459782" sldId="449"/>
            <ac:spMk id="28" creationId="{73288F6A-9EE1-0F67-9306-7DE4F687FEA2}"/>
          </ac:spMkLst>
        </pc:spChg>
        <pc:spChg chg="del">
          <ac:chgData name="Orlando Timmerman" userId="ff3b7671-119d-43fa-96a1-bc04123c0a64" providerId="ADAL" clId="{73F1257B-B696-550F-A745-147F59F59EE9}" dt="2025-10-29T21:23:56.921" v="1185" actId="478"/>
          <ac:spMkLst>
            <pc:docMk/>
            <pc:sldMk cId="3151459782" sldId="449"/>
            <ac:spMk id="29" creationId="{9D98B9D6-5C6C-C363-661F-1486F53F839D}"/>
          </ac:spMkLst>
        </pc:spChg>
        <pc:spChg chg="del">
          <ac:chgData name="Orlando Timmerman" userId="ff3b7671-119d-43fa-96a1-bc04123c0a64" providerId="ADAL" clId="{73F1257B-B696-550F-A745-147F59F59EE9}" dt="2025-10-29T21:23:56.921" v="1185" actId="478"/>
          <ac:spMkLst>
            <pc:docMk/>
            <pc:sldMk cId="3151459782" sldId="449"/>
            <ac:spMk id="33" creationId="{D14FFAF2-B852-08B2-AA53-F77B115DCE7A}"/>
          </ac:spMkLst>
        </pc:spChg>
        <pc:spChg chg="del">
          <ac:chgData name="Orlando Timmerman" userId="ff3b7671-119d-43fa-96a1-bc04123c0a64" providerId="ADAL" clId="{73F1257B-B696-550F-A745-147F59F59EE9}" dt="2025-10-29T21:23:56.921" v="1185" actId="478"/>
          <ac:spMkLst>
            <pc:docMk/>
            <pc:sldMk cId="3151459782" sldId="449"/>
            <ac:spMk id="34" creationId="{785E48E4-73E9-2963-AD5B-DB2B3B77534B}"/>
          </ac:spMkLst>
        </pc:spChg>
        <pc:spChg chg="del">
          <ac:chgData name="Orlando Timmerman" userId="ff3b7671-119d-43fa-96a1-bc04123c0a64" providerId="ADAL" clId="{73F1257B-B696-550F-A745-147F59F59EE9}" dt="2025-10-29T21:23:56.921" v="1185" actId="478"/>
          <ac:spMkLst>
            <pc:docMk/>
            <pc:sldMk cId="3151459782" sldId="449"/>
            <ac:spMk id="36" creationId="{7ACFC598-467E-F016-719B-35C5D3F51639}"/>
          </ac:spMkLst>
        </pc:spChg>
        <pc:spChg chg="mod">
          <ac:chgData name="Orlando Timmerman" userId="ff3b7671-119d-43fa-96a1-bc04123c0a64" providerId="ADAL" clId="{73F1257B-B696-550F-A745-147F59F59EE9}" dt="2025-10-29T21:16:40.331" v="1105" actId="115"/>
          <ac:spMkLst>
            <pc:docMk/>
            <pc:sldMk cId="3151459782" sldId="449"/>
            <ac:spMk id="40" creationId="{E34B88CD-B769-5153-DD6A-DD33D7422683}"/>
          </ac:spMkLst>
        </pc:spChg>
      </pc:sldChg>
      <pc:sldChg chg="add del">
        <pc:chgData name="Orlando Timmerman" userId="ff3b7671-119d-43fa-96a1-bc04123c0a64" providerId="ADAL" clId="{73F1257B-B696-550F-A745-147F59F59EE9}" dt="2025-10-29T21:18:03.227" v="1111"/>
        <pc:sldMkLst>
          <pc:docMk/>
          <pc:sldMk cId="123125504" sldId="450"/>
        </pc:sldMkLst>
      </pc:sldChg>
      <pc:sldChg chg="addSp delSp modSp add mod delAnim modAnim">
        <pc:chgData name="Orlando Timmerman" userId="ff3b7671-119d-43fa-96a1-bc04123c0a64" providerId="ADAL" clId="{73F1257B-B696-550F-A745-147F59F59EE9}" dt="2025-10-30T12:44:30.916" v="4622"/>
        <pc:sldMkLst>
          <pc:docMk/>
          <pc:sldMk cId="508793633" sldId="450"/>
        </pc:sldMkLst>
        <pc:spChg chg="mod">
          <ac:chgData name="Orlando Timmerman" userId="ff3b7671-119d-43fa-96a1-bc04123c0a64" providerId="ADAL" clId="{73F1257B-B696-550F-A745-147F59F59EE9}" dt="2025-10-29T21:23:49.845" v="1183" actId="207"/>
          <ac:spMkLst>
            <pc:docMk/>
            <pc:sldMk cId="508793633" sldId="450"/>
            <ac:spMk id="5" creationId="{90C3D9D5-EB3C-1332-0ED7-ED4EF6C221B3}"/>
          </ac:spMkLst>
        </pc:spChg>
        <pc:spChg chg="del">
          <ac:chgData name="Orlando Timmerman" userId="ff3b7671-119d-43fa-96a1-bc04123c0a64" providerId="ADAL" clId="{73F1257B-B696-550F-A745-147F59F59EE9}" dt="2025-10-29T21:24:09.634" v="1189" actId="478"/>
          <ac:spMkLst>
            <pc:docMk/>
            <pc:sldMk cId="508793633" sldId="450"/>
            <ac:spMk id="6" creationId="{FB9F429D-1A6B-5125-FC36-BC245E3483A3}"/>
          </ac:spMkLst>
        </pc:spChg>
        <pc:spChg chg="del">
          <ac:chgData name="Orlando Timmerman" userId="ff3b7671-119d-43fa-96a1-bc04123c0a64" providerId="ADAL" clId="{73F1257B-B696-550F-A745-147F59F59EE9}" dt="2025-10-29T21:24:09.634" v="1189" actId="478"/>
          <ac:spMkLst>
            <pc:docMk/>
            <pc:sldMk cId="508793633" sldId="450"/>
            <ac:spMk id="7" creationId="{F8DFA3CE-CE95-CC4F-CFA9-41FDD80AF1B8}"/>
          </ac:spMkLst>
        </pc:spChg>
        <pc:spChg chg="del">
          <ac:chgData name="Orlando Timmerman" userId="ff3b7671-119d-43fa-96a1-bc04123c0a64" providerId="ADAL" clId="{73F1257B-B696-550F-A745-147F59F59EE9}" dt="2025-10-29T21:24:09.634" v="1189" actId="478"/>
          <ac:spMkLst>
            <pc:docMk/>
            <pc:sldMk cId="508793633" sldId="450"/>
            <ac:spMk id="9" creationId="{300AB27E-6B33-B18A-E9AF-FFD35A6E44D9}"/>
          </ac:spMkLst>
        </pc:spChg>
        <pc:spChg chg="del">
          <ac:chgData name="Orlando Timmerman" userId="ff3b7671-119d-43fa-96a1-bc04123c0a64" providerId="ADAL" clId="{73F1257B-B696-550F-A745-147F59F59EE9}" dt="2025-10-29T21:24:47.137" v="1192" actId="478"/>
          <ac:spMkLst>
            <pc:docMk/>
            <pc:sldMk cId="508793633" sldId="450"/>
            <ac:spMk id="17" creationId="{338CC364-382F-E4E4-1BE4-37202ED272FA}"/>
          </ac:spMkLst>
        </pc:spChg>
        <pc:spChg chg="mod">
          <ac:chgData name="Orlando Timmerman" userId="ff3b7671-119d-43fa-96a1-bc04123c0a64" providerId="ADAL" clId="{73F1257B-B696-550F-A745-147F59F59EE9}" dt="2025-10-29T21:23:53.597" v="1184" actId="207"/>
          <ac:spMkLst>
            <pc:docMk/>
            <pc:sldMk cId="508793633" sldId="450"/>
            <ac:spMk id="18" creationId="{0E76D448-14F6-33D0-EE80-646C61D734FF}"/>
          </ac:spMkLst>
        </pc:spChg>
        <pc:spChg chg="add mod">
          <ac:chgData name="Orlando Timmerman" userId="ff3b7671-119d-43fa-96a1-bc04123c0a64" providerId="ADAL" clId="{73F1257B-B696-550F-A745-147F59F59EE9}" dt="2025-10-29T21:33:47.514" v="1911" actId="207"/>
          <ac:spMkLst>
            <pc:docMk/>
            <pc:sldMk cId="508793633" sldId="450"/>
            <ac:spMk id="20" creationId="{85C1CB2E-F0B7-6F0F-1A8D-D0DA3FD2B575}"/>
          </ac:spMkLst>
        </pc:spChg>
        <pc:spChg chg="del">
          <ac:chgData name="Orlando Timmerman" userId="ff3b7671-119d-43fa-96a1-bc04123c0a64" providerId="ADAL" clId="{73F1257B-B696-550F-A745-147F59F59EE9}" dt="2025-10-29T21:24:09.634" v="1189" actId="478"/>
          <ac:spMkLst>
            <pc:docMk/>
            <pc:sldMk cId="508793633" sldId="450"/>
            <ac:spMk id="28" creationId="{DF4FDAD2-05EF-F2BE-D437-6077E5EA7AE4}"/>
          </ac:spMkLst>
        </pc:spChg>
        <pc:spChg chg="del">
          <ac:chgData name="Orlando Timmerman" userId="ff3b7671-119d-43fa-96a1-bc04123c0a64" providerId="ADAL" clId="{73F1257B-B696-550F-A745-147F59F59EE9}" dt="2025-10-29T21:24:09.634" v="1189" actId="478"/>
          <ac:spMkLst>
            <pc:docMk/>
            <pc:sldMk cId="508793633" sldId="450"/>
            <ac:spMk id="29" creationId="{BB4F3B12-2BD8-9CE7-CD9C-A4AC10CC024B}"/>
          </ac:spMkLst>
        </pc:spChg>
        <pc:spChg chg="del">
          <ac:chgData name="Orlando Timmerman" userId="ff3b7671-119d-43fa-96a1-bc04123c0a64" providerId="ADAL" clId="{73F1257B-B696-550F-A745-147F59F59EE9}" dt="2025-10-29T21:24:09.634" v="1189" actId="478"/>
          <ac:spMkLst>
            <pc:docMk/>
            <pc:sldMk cId="508793633" sldId="450"/>
            <ac:spMk id="33" creationId="{1F76AD86-304A-05C2-FFA9-07456D7FFF9C}"/>
          </ac:spMkLst>
        </pc:spChg>
        <pc:spChg chg="del">
          <ac:chgData name="Orlando Timmerman" userId="ff3b7671-119d-43fa-96a1-bc04123c0a64" providerId="ADAL" clId="{73F1257B-B696-550F-A745-147F59F59EE9}" dt="2025-10-29T21:24:09.634" v="1189" actId="478"/>
          <ac:spMkLst>
            <pc:docMk/>
            <pc:sldMk cId="508793633" sldId="450"/>
            <ac:spMk id="34" creationId="{12F92A49-6657-85CD-4C45-14C3FC58EF88}"/>
          </ac:spMkLst>
        </pc:spChg>
        <pc:spChg chg="del">
          <ac:chgData name="Orlando Timmerman" userId="ff3b7671-119d-43fa-96a1-bc04123c0a64" providerId="ADAL" clId="{73F1257B-B696-550F-A745-147F59F59EE9}" dt="2025-10-29T21:24:09.634" v="1189" actId="478"/>
          <ac:spMkLst>
            <pc:docMk/>
            <pc:sldMk cId="508793633" sldId="450"/>
            <ac:spMk id="36" creationId="{3FC935CC-4DE6-CCEC-81D9-773074D644E5}"/>
          </ac:spMkLst>
        </pc:spChg>
        <pc:spChg chg="del">
          <ac:chgData name="Orlando Timmerman" userId="ff3b7671-119d-43fa-96a1-bc04123c0a64" providerId="ADAL" clId="{73F1257B-B696-550F-A745-147F59F59EE9}" dt="2025-10-29T21:24:49.408" v="1193" actId="478"/>
          <ac:spMkLst>
            <pc:docMk/>
            <pc:sldMk cId="508793633" sldId="450"/>
            <ac:spMk id="37" creationId="{73699DDD-F18D-D558-2181-ED2C63375CFE}"/>
          </ac:spMkLst>
        </pc:spChg>
        <pc:spChg chg="del">
          <ac:chgData name="Orlando Timmerman" userId="ff3b7671-119d-43fa-96a1-bc04123c0a64" providerId="ADAL" clId="{73F1257B-B696-550F-A745-147F59F59EE9}" dt="2025-10-29T21:24:47.137" v="1192" actId="478"/>
          <ac:spMkLst>
            <pc:docMk/>
            <pc:sldMk cId="508793633" sldId="450"/>
            <ac:spMk id="40" creationId="{A5DD49A4-C074-8F1F-CFE5-8ACF25B441F8}"/>
          </ac:spMkLst>
        </pc:spChg>
        <pc:picChg chg="mod">
          <ac:chgData name="Orlando Timmerman" userId="ff3b7671-119d-43fa-96a1-bc04123c0a64" providerId="ADAL" clId="{73F1257B-B696-550F-A745-147F59F59EE9}" dt="2025-10-29T21:24:38.789" v="1190" actId="1076"/>
          <ac:picMkLst>
            <pc:docMk/>
            <pc:sldMk cId="508793633" sldId="450"/>
            <ac:picMk id="4" creationId="{2E96130E-9A9D-E8F8-A01C-2332E202684E}"/>
          </ac:picMkLst>
        </pc:picChg>
        <pc:picChg chg="del">
          <ac:chgData name="Orlando Timmerman" userId="ff3b7671-119d-43fa-96a1-bc04123c0a64" providerId="ADAL" clId="{73F1257B-B696-550F-A745-147F59F59EE9}" dt="2025-10-29T21:24:42.889" v="1191" actId="478"/>
          <ac:picMkLst>
            <pc:docMk/>
            <pc:sldMk cId="508793633" sldId="450"/>
            <ac:picMk id="11" creationId="{567CBE0F-38AC-F4EB-6B4B-3209310D9D49}"/>
          </ac:picMkLst>
        </pc:picChg>
        <pc:picChg chg="del">
          <ac:chgData name="Orlando Timmerman" userId="ff3b7671-119d-43fa-96a1-bc04123c0a64" providerId="ADAL" clId="{73F1257B-B696-550F-A745-147F59F59EE9}" dt="2025-10-29T21:24:42.889" v="1191" actId="478"/>
          <ac:picMkLst>
            <pc:docMk/>
            <pc:sldMk cId="508793633" sldId="450"/>
            <ac:picMk id="13" creationId="{CA30B521-F968-0178-652B-93998409A088}"/>
          </ac:picMkLst>
        </pc:picChg>
        <pc:picChg chg="del">
          <ac:chgData name="Orlando Timmerman" userId="ff3b7671-119d-43fa-96a1-bc04123c0a64" providerId="ADAL" clId="{73F1257B-B696-550F-A745-147F59F59EE9}" dt="2025-10-29T21:24:42.889" v="1191" actId="478"/>
          <ac:picMkLst>
            <pc:docMk/>
            <pc:sldMk cId="508793633" sldId="450"/>
            <ac:picMk id="14" creationId="{FD266E99-5AD0-B2CC-5C67-2EFB2C37D050}"/>
          </ac:picMkLst>
        </pc:picChg>
        <pc:picChg chg="add del mod">
          <ac:chgData name="Orlando Timmerman" userId="ff3b7671-119d-43fa-96a1-bc04123c0a64" providerId="ADAL" clId="{73F1257B-B696-550F-A745-147F59F59EE9}" dt="2025-10-29T21:25:33.150" v="1198" actId="478"/>
          <ac:picMkLst>
            <pc:docMk/>
            <pc:sldMk cId="508793633" sldId="450"/>
            <ac:picMk id="15" creationId="{997852CF-A24D-4E6B-C95A-DA7517D8C2CF}"/>
          </ac:picMkLst>
        </pc:picChg>
        <pc:picChg chg="add mod">
          <ac:chgData name="Orlando Timmerman" userId="ff3b7671-119d-43fa-96a1-bc04123c0a64" providerId="ADAL" clId="{73F1257B-B696-550F-A745-147F59F59EE9}" dt="2025-10-29T21:33:10.675" v="1909" actId="1076"/>
          <ac:picMkLst>
            <pc:docMk/>
            <pc:sldMk cId="508793633" sldId="450"/>
            <ac:picMk id="19" creationId="{7FD46339-C603-C41D-CCD0-B8710E1C00CF}"/>
          </ac:picMkLst>
        </pc:picChg>
        <pc:picChg chg="del">
          <ac:chgData name="Orlando Timmerman" userId="ff3b7671-119d-43fa-96a1-bc04123c0a64" providerId="ADAL" clId="{73F1257B-B696-550F-A745-147F59F59EE9}" dt="2025-10-29T21:24:49.408" v="1193" actId="478"/>
          <ac:picMkLst>
            <pc:docMk/>
            <pc:sldMk cId="508793633" sldId="450"/>
            <ac:picMk id="39" creationId="{808DB434-56E5-D84F-E320-073DE4822FE9}"/>
          </ac:picMkLst>
        </pc:picChg>
      </pc:sldChg>
      <pc:sldChg chg="addSp modSp add modAnim">
        <pc:chgData name="Orlando Timmerman" userId="ff3b7671-119d-43fa-96a1-bc04123c0a64" providerId="ADAL" clId="{73F1257B-B696-550F-A745-147F59F59EE9}" dt="2025-10-30T12:44:26.051" v="4621"/>
        <pc:sldMkLst>
          <pc:docMk/>
          <pc:sldMk cId="343937045" sldId="451"/>
        </pc:sldMkLst>
        <pc:spChg chg="add mod">
          <ac:chgData name="Orlando Timmerman" userId="ff3b7671-119d-43fa-96a1-bc04123c0a64" providerId="ADAL" clId="{73F1257B-B696-550F-A745-147F59F59EE9}" dt="2025-10-29T21:39:01.601" v="1984"/>
          <ac:spMkLst>
            <pc:docMk/>
            <pc:sldMk cId="343937045" sldId="451"/>
            <ac:spMk id="3" creationId="{8CDD4F82-5A4C-092A-9378-47330C091A7E}"/>
          </ac:spMkLst>
        </pc:spChg>
        <pc:spChg chg="mod">
          <ac:chgData name="Orlando Timmerman" userId="ff3b7671-119d-43fa-96a1-bc04123c0a64" providerId="ADAL" clId="{73F1257B-B696-550F-A745-147F59F59EE9}" dt="2025-10-29T21:36:01.059" v="1936" actId="207"/>
          <ac:spMkLst>
            <pc:docMk/>
            <pc:sldMk cId="343937045" sldId="451"/>
            <ac:spMk id="20" creationId="{10E99C5D-4383-0DD6-882D-C406254938CE}"/>
          </ac:spMkLst>
        </pc:spChg>
        <pc:picChg chg="add mod">
          <ac:chgData name="Orlando Timmerman" userId="ff3b7671-119d-43fa-96a1-bc04123c0a64" providerId="ADAL" clId="{73F1257B-B696-550F-A745-147F59F59EE9}" dt="2025-10-29T21:35:52.458" v="1935" actId="18131"/>
          <ac:picMkLst>
            <pc:docMk/>
            <pc:sldMk cId="343937045" sldId="451"/>
            <ac:picMk id="1026" creationId="{A304B15E-7CD1-A67B-86D3-B0380303F8B8}"/>
          </ac:picMkLst>
        </pc:picChg>
      </pc:sldChg>
      <pc:sldChg chg="addSp delSp modSp add mod modAnim modNotesTx">
        <pc:chgData name="Orlando Timmerman" userId="ff3b7671-119d-43fa-96a1-bc04123c0a64" providerId="ADAL" clId="{73F1257B-B696-550F-A745-147F59F59EE9}" dt="2025-10-30T12:44:39.887" v="4624"/>
        <pc:sldMkLst>
          <pc:docMk/>
          <pc:sldMk cId="3611388373" sldId="452"/>
        </pc:sldMkLst>
        <pc:spChg chg="add mod">
          <ac:chgData name="Orlando Timmerman" userId="ff3b7671-119d-43fa-96a1-bc04123c0a64" providerId="ADAL" clId="{73F1257B-B696-550F-A745-147F59F59EE9}" dt="2025-10-29T21:43:50.985" v="2032" actId="3626"/>
          <ac:spMkLst>
            <pc:docMk/>
            <pc:sldMk cId="3611388373" sldId="452"/>
            <ac:spMk id="3" creationId="{892E3424-D086-4776-D425-EF8EACE2A8C3}"/>
          </ac:spMkLst>
        </pc:spChg>
        <pc:spChg chg="mod">
          <ac:chgData name="Orlando Timmerman" userId="ff3b7671-119d-43fa-96a1-bc04123c0a64" providerId="ADAL" clId="{73F1257B-B696-550F-A745-147F59F59EE9}" dt="2025-10-29T21:37:16.893" v="1943" actId="207"/>
          <ac:spMkLst>
            <pc:docMk/>
            <pc:sldMk cId="3611388373" sldId="452"/>
            <ac:spMk id="20" creationId="{A5913B13-8161-A4C0-A437-0458592AB1B0}"/>
          </ac:spMkLst>
        </pc:spChg>
        <pc:picChg chg="del">
          <ac:chgData name="Orlando Timmerman" userId="ff3b7671-119d-43fa-96a1-bc04123c0a64" providerId="ADAL" clId="{73F1257B-B696-550F-A745-147F59F59EE9}" dt="2025-10-29T21:43:10.467" v="2009" actId="478"/>
          <ac:picMkLst>
            <pc:docMk/>
            <pc:sldMk cId="3611388373" sldId="452"/>
            <ac:picMk id="19" creationId="{56615734-DFEC-5796-0FF9-3F9501A2E106}"/>
          </ac:picMkLst>
        </pc:picChg>
        <pc:picChg chg="mod">
          <ac:chgData name="Orlando Timmerman" userId="ff3b7671-119d-43fa-96a1-bc04123c0a64" providerId="ADAL" clId="{73F1257B-B696-550F-A745-147F59F59EE9}" dt="2025-10-29T21:43:11.692" v="2011" actId="167"/>
          <ac:picMkLst>
            <pc:docMk/>
            <pc:sldMk cId="3611388373" sldId="452"/>
            <ac:picMk id="1026" creationId="{5926F871-8CBF-BE1F-E516-A073CD298965}"/>
          </ac:picMkLst>
        </pc:picChg>
      </pc:sldChg>
      <pc:sldChg chg="addSp modSp add mod ord modAnim modNotesTx">
        <pc:chgData name="Orlando Timmerman" userId="ff3b7671-119d-43fa-96a1-bc04123c0a64" providerId="ADAL" clId="{73F1257B-B696-550F-A745-147F59F59EE9}" dt="2025-10-30T12:44:35.402" v="4623"/>
        <pc:sldMkLst>
          <pc:docMk/>
          <pc:sldMk cId="3637818977" sldId="453"/>
        </pc:sldMkLst>
        <pc:spChg chg="add mod">
          <ac:chgData name="Orlando Timmerman" userId="ff3b7671-119d-43fa-96a1-bc04123c0a64" providerId="ADAL" clId="{73F1257B-B696-550F-A745-147F59F59EE9}" dt="2025-10-29T21:40:46.664" v="1997" actId="207"/>
          <ac:spMkLst>
            <pc:docMk/>
            <pc:sldMk cId="3637818977" sldId="453"/>
            <ac:spMk id="3" creationId="{8E64FE00-E93E-1E95-582B-56275F4DD8A9}"/>
          </ac:spMkLst>
        </pc:spChg>
        <pc:spChg chg="mod">
          <ac:chgData name="Orlando Timmerman" userId="ff3b7671-119d-43fa-96a1-bc04123c0a64" providerId="ADAL" clId="{73F1257B-B696-550F-A745-147F59F59EE9}" dt="2025-10-29T21:36:11.921" v="1940" actId="207"/>
          <ac:spMkLst>
            <pc:docMk/>
            <pc:sldMk cId="3637818977" sldId="453"/>
            <ac:spMk id="20" creationId="{065FEFFB-AED8-53E7-86B7-94614C9268DC}"/>
          </ac:spMkLst>
        </pc:spChg>
        <pc:picChg chg="mod">
          <ac:chgData name="Orlando Timmerman" userId="ff3b7671-119d-43fa-96a1-bc04123c0a64" providerId="ADAL" clId="{73F1257B-B696-550F-A745-147F59F59EE9}" dt="2025-10-29T21:40:30.492" v="1985" actId="14826"/>
          <ac:picMkLst>
            <pc:docMk/>
            <pc:sldMk cId="3637818977" sldId="453"/>
            <ac:picMk id="1026" creationId="{9BA7236F-D27A-E921-C3D1-690EBD01F5AE}"/>
          </ac:picMkLst>
        </pc:picChg>
      </pc:sldChg>
      <pc:sldChg chg="addSp delSp modSp add ord modAnim modNotesTx">
        <pc:chgData name="Orlando Timmerman" userId="ff3b7671-119d-43fa-96a1-bc04123c0a64" providerId="ADAL" clId="{73F1257B-B696-550F-A745-147F59F59EE9}" dt="2025-10-29T21:53:34.890" v="3072" actId="6549"/>
        <pc:sldMkLst>
          <pc:docMk/>
          <pc:sldMk cId="880217235" sldId="454"/>
        </pc:sldMkLst>
        <pc:spChg chg="del">
          <ac:chgData name="Orlando Timmerman" userId="ff3b7671-119d-43fa-96a1-bc04123c0a64" providerId="ADAL" clId="{73F1257B-B696-550F-A745-147F59F59EE9}" dt="2025-10-29T21:44:27.412" v="2034" actId="478"/>
          <ac:spMkLst>
            <pc:docMk/>
            <pc:sldMk cId="880217235" sldId="454"/>
            <ac:spMk id="3" creationId="{068E24FC-1D0D-4DBF-3473-4B1CF180787E}"/>
          </ac:spMkLst>
        </pc:spChg>
        <pc:spChg chg="add mod">
          <ac:chgData name="Orlando Timmerman" userId="ff3b7671-119d-43fa-96a1-bc04123c0a64" providerId="ADAL" clId="{73F1257B-B696-550F-A745-147F59F59EE9}" dt="2025-10-29T21:53:34.890" v="3072" actId="6549"/>
          <ac:spMkLst>
            <pc:docMk/>
            <pc:sldMk cId="880217235" sldId="454"/>
            <ac:spMk id="6" creationId="{25A9BA76-B4AE-DDBC-D3BC-4637016A72F2}"/>
          </ac:spMkLst>
        </pc:spChg>
        <pc:spChg chg="add mod">
          <ac:chgData name="Orlando Timmerman" userId="ff3b7671-119d-43fa-96a1-bc04123c0a64" providerId="ADAL" clId="{73F1257B-B696-550F-A745-147F59F59EE9}" dt="2025-10-29T21:47:57.567" v="2517"/>
          <ac:spMkLst>
            <pc:docMk/>
            <pc:sldMk cId="880217235" sldId="454"/>
            <ac:spMk id="7" creationId="{88CA1A03-EF58-8F73-19BC-ECF0E065A512}"/>
          </ac:spMkLst>
        </pc:spChg>
        <pc:spChg chg="del">
          <ac:chgData name="Orlando Timmerman" userId="ff3b7671-119d-43fa-96a1-bc04123c0a64" providerId="ADAL" clId="{73F1257B-B696-550F-A745-147F59F59EE9}" dt="2025-10-29T21:44:27.412" v="2034" actId="478"/>
          <ac:spMkLst>
            <pc:docMk/>
            <pc:sldMk cId="880217235" sldId="454"/>
            <ac:spMk id="20" creationId="{B3B00934-2481-CC8E-F827-80734CC1BF88}"/>
          </ac:spMkLst>
        </pc:spChg>
        <pc:picChg chg="del">
          <ac:chgData name="Orlando Timmerman" userId="ff3b7671-119d-43fa-96a1-bc04123c0a64" providerId="ADAL" clId="{73F1257B-B696-550F-A745-147F59F59EE9}" dt="2025-10-29T21:44:27.412" v="2034" actId="478"/>
          <ac:picMkLst>
            <pc:docMk/>
            <pc:sldMk cId="880217235" sldId="454"/>
            <ac:picMk id="1026" creationId="{37BB815E-FB1A-6C11-14A9-D82988481BC9}"/>
          </ac:picMkLst>
        </pc:picChg>
      </pc:sldChg>
      <pc:sldChg chg="addSp delSp modSp add mod ord modAnim">
        <pc:chgData name="Orlando Timmerman" userId="ff3b7671-119d-43fa-96a1-bc04123c0a64" providerId="ADAL" clId="{73F1257B-B696-550F-A745-147F59F59EE9}" dt="2025-10-30T12:44:44.324" v="4625"/>
        <pc:sldMkLst>
          <pc:docMk/>
          <pc:sldMk cId="3091868798" sldId="455"/>
        </pc:sldMkLst>
        <pc:spChg chg="add mod">
          <ac:chgData name="Orlando Timmerman" userId="ff3b7671-119d-43fa-96a1-bc04123c0a64" providerId="ADAL" clId="{73F1257B-B696-550F-A745-147F59F59EE9}" dt="2025-10-29T21:56:56.893" v="3565" actId="167"/>
          <ac:spMkLst>
            <pc:docMk/>
            <pc:sldMk cId="3091868798" sldId="455"/>
            <ac:spMk id="3" creationId="{AFC81D8E-1A8F-DD93-46A6-6BFAFABFB966}"/>
          </ac:spMkLst>
        </pc:spChg>
        <pc:spChg chg="mod">
          <ac:chgData name="Orlando Timmerman" userId="ff3b7671-119d-43fa-96a1-bc04123c0a64" providerId="ADAL" clId="{73F1257B-B696-550F-A745-147F59F59EE9}" dt="2025-10-29T22:09:25.378" v="4077" actId="20577"/>
          <ac:spMkLst>
            <pc:docMk/>
            <pc:sldMk cId="3091868798" sldId="455"/>
            <ac:spMk id="6" creationId="{F7E58389-66E3-27EA-CDEE-28118D421765}"/>
          </ac:spMkLst>
        </pc:spChg>
        <pc:spChg chg="add mod">
          <ac:chgData name="Orlando Timmerman" userId="ff3b7671-119d-43fa-96a1-bc04123c0a64" providerId="ADAL" clId="{73F1257B-B696-550F-A745-147F59F59EE9}" dt="2025-10-29T22:11:48.182" v="4475" actId="20577"/>
          <ac:spMkLst>
            <pc:docMk/>
            <pc:sldMk cId="3091868798" sldId="455"/>
            <ac:spMk id="7" creationId="{EB330351-9102-9910-DDD9-2539DD3B172B}"/>
          </ac:spMkLst>
        </pc:spChg>
        <pc:spChg chg="mod">
          <ac:chgData name="Orlando Timmerman" userId="ff3b7671-119d-43fa-96a1-bc04123c0a64" providerId="ADAL" clId="{73F1257B-B696-550F-A745-147F59F59EE9}" dt="2025-10-29T21:54:04.044" v="3075" actId="207"/>
          <ac:spMkLst>
            <pc:docMk/>
            <pc:sldMk cId="3091868798" sldId="455"/>
            <ac:spMk id="18" creationId="{1A0B4B6A-2691-64FB-A71A-AB9C6BDCC264}"/>
          </ac:spMkLst>
        </pc:spChg>
        <pc:spChg chg="mod">
          <ac:chgData name="Orlando Timmerman" userId="ff3b7671-119d-43fa-96a1-bc04123c0a64" providerId="ADAL" clId="{73F1257B-B696-550F-A745-147F59F59EE9}" dt="2025-10-29T21:54:07.102" v="3076" actId="207"/>
          <ac:spMkLst>
            <pc:docMk/>
            <pc:sldMk cId="3091868798" sldId="455"/>
            <ac:spMk id="22" creationId="{8DF0AEC2-09C9-0380-FF32-793B17067239}"/>
          </ac:spMkLst>
        </pc:spChg>
        <pc:picChg chg="mod">
          <ac:chgData name="Orlando Timmerman" userId="ff3b7671-119d-43fa-96a1-bc04123c0a64" providerId="ADAL" clId="{73F1257B-B696-550F-A745-147F59F59EE9}" dt="2025-10-29T22:17:22.498" v="4590" actId="14826"/>
          <ac:picMkLst>
            <pc:docMk/>
            <pc:sldMk cId="3091868798" sldId="455"/>
            <ac:picMk id="4" creationId="{ABF7BA75-0200-3369-4307-0B9FEB310F03}"/>
          </ac:picMkLst>
        </pc:picChg>
        <pc:picChg chg="add del mod">
          <ac:chgData name="Orlando Timmerman" userId="ff3b7671-119d-43fa-96a1-bc04123c0a64" providerId="ADAL" clId="{73F1257B-B696-550F-A745-147F59F59EE9}" dt="2025-10-30T11:02:16.734" v="4616" actId="478"/>
          <ac:picMkLst>
            <pc:docMk/>
            <pc:sldMk cId="3091868798" sldId="455"/>
            <ac:picMk id="11" creationId="{71CE5411-4B71-6E98-67D4-16C86F00042B}"/>
          </ac:picMkLst>
        </pc:picChg>
        <pc:picChg chg="add mod">
          <ac:chgData name="Orlando Timmerman" userId="ff3b7671-119d-43fa-96a1-bc04123c0a64" providerId="ADAL" clId="{73F1257B-B696-550F-A745-147F59F59EE9}" dt="2025-10-29T22:08:21.363" v="3980" actId="1038"/>
          <ac:picMkLst>
            <pc:docMk/>
            <pc:sldMk cId="3091868798" sldId="455"/>
            <ac:picMk id="5122" creationId="{C847D129-2D4A-5D8C-D492-0AE8302B617D}"/>
          </ac:picMkLst>
        </pc:picChg>
      </pc:sldChg>
      <pc:sldChg chg="addSp delSp modSp add mod delAnim">
        <pc:chgData name="Orlando Timmerman" userId="ff3b7671-119d-43fa-96a1-bc04123c0a64" providerId="ADAL" clId="{73F1257B-B696-550F-A745-147F59F59EE9}" dt="2025-10-29T22:17:25.227" v="4592"/>
        <pc:sldMkLst>
          <pc:docMk/>
          <pc:sldMk cId="4080059596" sldId="456"/>
        </pc:sldMkLst>
        <pc:spChg chg="add mod">
          <ac:chgData name="Orlando Timmerman" userId="ff3b7671-119d-43fa-96a1-bc04123c0a64" providerId="ADAL" clId="{73F1257B-B696-550F-A745-147F59F59EE9}" dt="2025-10-29T21:59:27.426" v="3601" actId="14100"/>
          <ac:spMkLst>
            <pc:docMk/>
            <pc:sldMk cId="4080059596" sldId="456"/>
            <ac:spMk id="3" creationId="{BBB1D751-BCAD-ECE5-BBF5-4D47F6C444BD}"/>
          </ac:spMkLst>
        </pc:spChg>
        <pc:spChg chg="del">
          <ac:chgData name="Orlando Timmerman" userId="ff3b7671-119d-43fa-96a1-bc04123c0a64" providerId="ADAL" clId="{73F1257B-B696-550F-A745-147F59F59EE9}" dt="2025-10-29T21:59:18.097" v="3598" actId="478"/>
          <ac:spMkLst>
            <pc:docMk/>
            <pc:sldMk cId="4080059596" sldId="456"/>
            <ac:spMk id="6" creationId="{DC40A129-A188-14E6-A4CB-00A1C9C5A492}"/>
          </ac:spMkLst>
        </pc:spChg>
        <pc:spChg chg="add mod">
          <ac:chgData name="Orlando Timmerman" userId="ff3b7671-119d-43fa-96a1-bc04123c0a64" providerId="ADAL" clId="{73F1257B-B696-550F-A745-147F59F59EE9}" dt="2025-10-29T21:57:39.690" v="3580" actId="1036"/>
          <ac:spMkLst>
            <pc:docMk/>
            <pc:sldMk cId="4080059596" sldId="456"/>
            <ac:spMk id="7" creationId="{1839557A-0AC6-A316-3E44-915695AB7DDE}"/>
          </ac:spMkLst>
        </pc:spChg>
        <pc:picChg chg="del">
          <ac:chgData name="Orlando Timmerman" userId="ff3b7671-119d-43fa-96a1-bc04123c0a64" providerId="ADAL" clId="{73F1257B-B696-550F-A745-147F59F59EE9}" dt="2025-10-29T22:17:24.858" v="4591" actId="478"/>
          <ac:picMkLst>
            <pc:docMk/>
            <pc:sldMk cId="4080059596" sldId="456"/>
            <ac:picMk id="4" creationId="{8EB450D4-DEDB-F598-3A62-CCCB2AD11B20}"/>
          </ac:picMkLst>
        </pc:picChg>
        <pc:picChg chg="add mod">
          <ac:chgData name="Orlando Timmerman" userId="ff3b7671-119d-43fa-96a1-bc04123c0a64" providerId="ADAL" clId="{73F1257B-B696-550F-A745-147F59F59EE9}" dt="2025-10-29T22:17:25.227" v="4592"/>
          <ac:picMkLst>
            <pc:docMk/>
            <pc:sldMk cId="4080059596" sldId="456"/>
            <ac:picMk id="9" creationId="{6976BC11-EDBE-6191-5A60-82C2C413AC98}"/>
          </ac:picMkLst>
        </pc:picChg>
        <pc:picChg chg="mod">
          <ac:chgData name="Orlando Timmerman" userId="ff3b7671-119d-43fa-96a1-bc04123c0a64" providerId="ADAL" clId="{73F1257B-B696-550F-A745-147F59F59EE9}" dt="2025-10-29T21:59:23.795" v="3600" actId="1076"/>
          <ac:picMkLst>
            <pc:docMk/>
            <pc:sldMk cId="4080059596" sldId="456"/>
            <ac:picMk id="5122" creationId="{05CDD608-85E2-CEFD-CC93-49E67213ED99}"/>
          </ac:picMkLst>
        </pc:picChg>
      </pc:sldChg>
      <pc:sldChg chg="addSp delSp modSp add mod delAnim">
        <pc:chgData name="Orlando Timmerman" userId="ff3b7671-119d-43fa-96a1-bc04123c0a64" providerId="ADAL" clId="{73F1257B-B696-550F-A745-147F59F59EE9}" dt="2025-10-29T22:17:27.319" v="4594"/>
        <pc:sldMkLst>
          <pc:docMk/>
          <pc:sldMk cId="3373625642" sldId="457"/>
        </pc:sldMkLst>
        <pc:spChg chg="del">
          <ac:chgData name="Orlando Timmerman" userId="ff3b7671-119d-43fa-96a1-bc04123c0a64" providerId="ADAL" clId="{73F1257B-B696-550F-A745-147F59F59EE9}" dt="2025-10-29T21:59:30.924" v="3602" actId="478"/>
          <ac:spMkLst>
            <pc:docMk/>
            <pc:sldMk cId="3373625642" sldId="457"/>
            <ac:spMk id="3" creationId="{3417B202-887E-E04F-D583-A763BF5DC792}"/>
          </ac:spMkLst>
        </pc:spChg>
        <pc:spChg chg="del mod">
          <ac:chgData name="Orlando Timmerman" userId="ff3b7671-119d-43fa-96a1-bc04123c0a64" providerId="ADAL" clId="{73F1257B-B696-550F-A745-147F59F59EE9}" dt="2025-10-29T21:59:47.954" v="3614" actId="478"/>
          <ac:spMkLst>
            <pc:docMk/>
            <pc:sldMk cId="3373625642" sldId="457"/>
            <ac:spMk id="6" creationId="{12CED797-ADC6-6990-8C17-9D55E2D1DCF3}"/>
          </ac:spMkLst>
        </pc:spChg>
        <pc:spChg chg="add del mod">
          <ac:chgData name="Orlando Timmerman" userId="ff3b7671-119d-43fa-96a1-bc04123c0a64" providerId="ADAL" clId="{73F1257B-B696-550F-A745-147F59F59EE9}" dt="2025-10-29T21:59:34.667" v="3604" actId="478"/>
          <ac:spMkLst>
            <pc:docMk/>
            <pc:sldMk cId="3373625642" sldId="457"/>
            <ac:spMk id="7" creationId="{D66DCA46-EFFF-DB6D-35F9-8BB94450E0F3}"/>
          </ac:spMkLst>
        </pc:spChg>
        <pc:spChg chg="add mod">
          <ac:chgData name="Orlando Timmerman" userId="ff3b7671-119d-43fa-96a1-bc04123c0a64" providerId="ADAL" clId="{73F1257B-B696-550F-A745-147F59F59EE9}" dt="2025-10-29T21:59:58.695" v="3617" actId="14100"/>
          <ac:spMkLst>
            <pc:docMk/>
            <pc:sldMk cId="3373625642" sldId="457"/>
            <ac:spMk id="9" creationId="{F9627ADD-381A-0FEC-D3E5-55BAC2901B28}"/>
          </ac:spMkLst>
        </pc:spChg>
        <pc:picChg chg="del">
          <ac:chgData name="Orlando Timmerman" userId="ff3b7671-119d-43fa-96a1-bc04123c0a64" providerId="ADAL" clId="{73F1257B-B696-550F-A745-147F59F59EE9}" dt="2025-10-29T22:17:26.917" v="4593" actId="478"/>
          <ac:picMkLst>
            <pc:docMk/>
            <pc:sldMk cId="3373625642" sldId="457"/>
            <ac:picMk id="4" creationId="{B765E9DF-6440-210B-A97B-3DB6B82A91AD}"/>
          </ac:picMkLst>
        </pc:picChg>
        <pc:picChg chg="add mod">
          <ac:chgData name="Orlando Timmerman" userId="ff3b7671-119d-43fa-96a1-bc04123c0a64" providerId="ADAL" clId="{73F1257B-B696-550F-A745-147F59F59EE9}" dt="2025-10-29T22:17:27.319" v="4594"/>
          <ac:picMkLst>
            <pc:docMk/>
            <pc:sldMk cId="3373625642" sldId="457"/>
            <ac:picMk id="11" creationId="{5A3E4266-FDBB-7485-4FB7-428C3F07B062}"/>
          </ac:picMkLst>
        </pc:picChg>
        <pc:picChg chg="mod">
          <ac:chgData name="Orlando Timmerman" userId="ff3b7671-119d-43fa-96a1-bc04123c0a64" providerId="ADAL" clId="{73F1257B-B696-550F-A745-147F59F59EE9}" dt="2025-10-29T21:59:55.054" v="3616" actId="1076"/>
          <ac:picMkLst>
            <pc:docMk/>
            <pc:sldMk cId="3373625642" sldId="457"/>
            <ac:picMk id="5122" creationId="{6F3DDEDD-5A4A-0A64-1729-72CFB54D7D6E}"/>
          </ac:picMkLst>
        </pc:picChg>
      </pc:sldChg>
      <pc:sldChg chg="delSp modSp add del mod">
        <pc:chgData name="Orlando Timmerman" userId="ff3b7671-119d-43fa-96a1-bc04123c0a64" providerId="ADAL" clId="{73F1257B-B696-550F-A745-147F59F59EE9}" dt="2025-10-29T22:00:05.095" v="3618" actId="2696"/>
        <pc:sldMkLst>
          <pc:docMk/>
          <pc:sldMk cId="867818887" sldId="458"/>
        </pc:sldMkLst>
        <pc:spChg chg="del">
          <ac:chgData name="Orlando Timmerman" userId="ff3b7671-119d-43fa-96a1-bc04123c0a64" providerId="ADAL" clId="{73F1257B-B696-550F-A745-147F59F59EE9}" dt="2025-10-29T21:58:26.258" v="3592" actId="478"/>
          <ac:spMkLst>
            <pc:docMk/>
            <pc:sldMk cId="867818887" sldId="458"/>
            <ac:spMk id="3" creationId="{32F2281A-D9D8-28F3-A7AE-5EA354D2E851}"/>
          </ac:spMkLst>
        </pc:spChg>
        <pc:spChg chg="mod">
          <ac:chgData name="Orlando Timmerman" userId="ff3b7671-119d-43fa-96a1-bc04123c0a64" providerId="ADAL" clId="{73F1257B-B696-550F-A745-147F59F59EE9}" dt="2025-10-29T21:58:22.601" v="3590" actId="1076"/>
          <ac:spMkLst>
            <pc:docMk/>
            <pc:sldMk cId="867818887" sldId="458"/>
            <ac:spMk id="7" creationId="{34C9C207-B0C4-3169-ABEE-73ADCF9B11DA}"/>
          </ac:spMkLst>
        </pc:spChg>
        <pc:picChg chg="mod">
          <ac:chgData name="Orlando Timmerman" userId="ff3b7671-119d-43fa-96a1-bc04123c0a64" providerId="ADAL" clId="{73F1257B-B696-550F-A745-147F59F59EE9}" dt="2025-10-29T21:58:25.368" v="3591" actId="1076"/>
          <ac:picMkLst>
            <pc:docMk/>
            <pc:sldMk cId="867818887" sldId="458"/>
            <ac:picMk id="5122" creationId="{55D863B9-0FAF-EC4E-DADC-2F6B5D21A8F3}"/>
          </ac:picMkLst>
        </pc:picChg>
      </pc:sldChg>
      <pc:sldChg chg="addSp delSp modSp add mod delAnim">
        <pc:chgData name="Orlando Timmerman" userId="ff3b7671-119d-43fa-96a1-bc04123c0a64" providerId="ADAL" clId="{73F1257B-B696-550F-A745-147F59F59EE9}" dt="2025-10-29T22:17:32.143" v="4598"/>
        <pc:sldMkLst>
          <pc:docMk/>
          <pc:sldMk cId="2434715062" sldId="459"/>
        </pc:sldMkLst>
        <pc:spChg chg="del">
          <ac:chgData name="Orlando Timmerman" userId="ff3b7671-119d-43fa-96a1-bc04123c0a64" providerId="ADAL" clId="{73F1257B-B696-550F-A745-147F59F59EE9}" dt="2025-10-29T21:59:10.132" v="3596" actId="478"/>
          <ac:spMkLst>
            <pc:docMk/>
            <pc:sldMk cId="2434715062" sldId="459"/>
            <ac:spMk id="6" creationId="{3E5F09D4-EC49-E566-E963-8A0BA813C44E}"/>
          </ac:spMkLst>
        </pc:spChg>
        <pc:spChg chg="del">
          <ac:chgData name="Orlando Timmerman" userId="ff3b7671-119d-43fa-96a1-bc04123c0a64" providerId="ADAL" clId="{73F1257B-B696-550F-A745-147F59F59EE9}" dt="2025-10-29T21:59:08.298" v="3595" actId="478"/>
          <ac:spMkLst>
            <pc:docMk/>
            <pc:sldMk cId="2434715062" sldId="459"/>
            <ac:spMk id="7" creationId="{6132B5B5-B0E1-5E30-8EA8-8501045E873F}"/>
          </ac:spMkLst>
        </pc:spChg>
        <pc:picChg chg="add mod">
          <ac:chgData name="Orlando Timmerman" userId="ff3b7671-119d-43fa-96a1-bc04123c0a64" providerId="ADAL" clId="{73F1257B-B696-550F-A745-147F59F59EE9}" dt="2025-10-29T22:17:32.143" v="4598"/>
          <ac:picMkLst>
            <pc:docMk/>
            <pc:sldMk cId="2434715062" sldId="459"/>
            <ac:picMk id="3" creationId="{90F623CF-74CC-D933-1009-57F6A54F8402}"/>
          </ac:picMkLst>
        </pc:picChg>
        <pc:picChg chg="del">
          <ac:chgData name="Orlando Timmerman" userId="ff3b7671-119d-43fa-96a1-bc04123c0a64" providerId="ADAL" clId="{73F1257B-B696-550F-A745-147F59F59EE9}" dt="2025-10-29T22:17:31.629" v="4597" actId="478"/>
          <ac:picMkLst>
            <pc:docMk/>
            <pc:sldMk cId="2434715062" sldId="459"/>
            <ac:picMk id="4" creationId="{651DE46A-D75D-84BC-636B-60CE89E2E2C8}"/>
          </ac:picMkLst>
        </pc:picChg>
        <pc:picChg chg="del mod">
          <ac:chgData name="Orlando Timmerman" userId="ff3b7671-119d-43fa-96a1-bc04123c0a64" providerId="ADAL" clId="{73F1257B-B696-550F-A745-147F59F59EE9}" dt="2025-10-29T21:59:08.298" v="3595" actId="478"/>
          <ac:picMkLst>
            <pc:docMk/>
            <pc:sldMk cId="2434715062" sldId="459"/>
            <ac:picMk id="5122" creationId="{924C82D1-61E8-4027-2A87-7819E618919B}"/>
          </ac:picMkLst>
        </pc:picChg>
        <pc:picChg chg="add mod">
          <ac:chgData name="Orlando Timmerman" userId="ff3b7671-119d-43fa-96a1-bc04123c0a64" providerId="ADAL" clId="{73F1257B-B696-550F-A745-147F59F59EE9}" dt="2025-10-29T22:00:11.801" v="3621" actId="1076"/>
          <ac:picMkLst>
            <pc:docMk/>
            <pc:sldMk cId="2434715062" sldId="459"/>
            <ac:picMk id="10242" creationId="{0F96FD50-A002-0A66-FBA8-0F7A5851A121}"/>
          </ac:picMkLst>
        </pc:picChg>
      </pc:sldChg>
      <pc:sldChg chg="addSp delSp modSp add mod delAnim">
        <pc:chgData name="Orlando Timmerman" userId="ff3b7671-119d-43fa-96a1-bc04123c0a64" providerId="ADAL" clId="{73F1257B-B696-550F-A745-147F59F59EE9}" dt="2025-10-29T22:17:53.931" v="4603"/>
        <pc:sldMkLst>
          <pc:docMk/>
          <pc:sldMk cId="1613600930" sldId="460"/>
        </pc:sldMkLst>
        <pc:spChg chg="del">
          <ac:chgData name="Orlando Timmerman" userId="ff3b7671-119d-43fa-96a1-bc04123c0a64" providerId="ADAL" clId="{73F1257B-B696-550F-A745-147F59F59EE9}" dt="2025-10-29T22:01:37.283" v="3632" actId="478"/>
          <ac:spMkLst>
            <pc:docMk/>
            <pc:sldMk cId="1613600930" sldId="460"/>
            <ac:spMk id="3" creationId="{86A19EC4-52F5-E8D7-2111-0D6516E17246}"/>
          </ac:spMkLst>
        </pc:spChg>
        <pc:spChg chg="del">
          <ac:chgData name="Orlando Timmerman" userId="ff3b7671-119d-43fa-96a1-bc04123c0a64" providerId="ADAL" clId="{73F1257B-B696-550F-A745-147F59F59EE9}" dt="2025-10-29T22:01:37.283" v="3632" actId="478"/>
          <ac:spMkLst>
            <pc:docMk/>
            <pc:sldMk cId="1613600930" sldId="460"/>
            <ac:spMk id="4" creationId="{3A8B3355-CC2E-E615-AC19-56F128D5192B}"/>
          </ac:spMkLst>
        </pc:spChg>
        <pc:spChg chg="del">
          <ac:chgData name="Orlando Timmerman" userId="ff3b7671-119d-43fa-96a1-bc04123c0a64" providerId="ADAL" clId="{73F1257B-B696-550F-A745-147F59F59EE9}" dt="2025-10-29T22:02:32.255" v="3647" actId="478"/>
          <ac:spMkLst>
            <pc:docMk/>
            <pc:sldMk cId="1613600930" sldId="460"/>
            <ac:spMk id="5" creationId="{91DB6DFF-C6EA-AB73-144B-96CB2FE56F91}"/>
          </ac:spMkLst>
        </pc:spChg>
        <pc:spChg chg="del">
          <ac:chgData name="Orlando Timmerman" userId="ff3b7671-119d-43fa-96a1-bc04123c0a64" providerId="ADAL" clId="{73F1257B-B696-550F-A745-147F59F59EE9}" dt="2025-10-29T22:02:30.018" v="3646" actId="478"/>
          <ac:spMkLst>
            <pc:docMk/>
            <pc:sldMk cId="1613600930" sldId="460"/>
            <ac:spMk id="6" creationId="{9D0D7038-36B0-8853-8E3D-3464AC9C217E}"/>
          </ac:spMkLst>
        </pc:spChg>
        <pc:spChg chg="del">
          <ac:chgData name="Orlando Timmerman" userId="ff3b7671-119d-43fa-96a1-bc04123c0a64" providerId="ADAL" clId="{73F1257B-B696-550F-A745-147F59F59EE9}" dt="2025-10-29T22:02:30.018" v="3646" actId="478"/>
          <ac:spMkLst>
            <pc:docMk/>
            <pc:sldMk cId="1613600930" sldId="460"/>
            <ac:spMk id="7" creationId="{EE37B078-D3A5-3FB6-E3E0-10121CF20275}"/>
          </ac:spMkLst>
        </pc:spChg>
        <pc:spChg chg="del">
          <ac:chgData name="Orlando Timmerman" userId="ff3b7671-119d-43fa-96a1-bc04123c0a64" providerId="ADAL" clId="{73F1257B-B696-550F-A745-147F59F59EE9}" dt="2025-10-29T22:02:30.018" v="3646" actId="478"/>
          <ac:spMkLst>
            <pc:docMk/>
            <pc:sldMk cId="1613600930" sldId="460"/>
            <ac:spMk id="9" creationId="{92AD8751-CCB8-4A58-1B4B-67C9D338804F}"/>
          </ac:spMkLst>
        </pc:spChg>
        <pc:spChg chg="del">
          <ac:chgData name="Orlando Timmerman" userId="ff3b7671-119d-43fa-96a1-bc04123c0a64" providerId="ADAL" clId="{73F1257B-B696-550F-A745-147F59F59EE9}" dt="2025-10-29T22:01:37.283" v="3632" actId="478"/>
          <ac:spMkLst>
            <pc:docMk/>
            <pc:sldMk cId="1613600930" sldId="460"/>
            <ac:spMk id="11" creationId="{BF2A6606-92EA-BC94-B7C2-065E6A0F6871}"/>
          </ac:spMkLst>
        </pc:spChg>
        <pc:spChg chg="del">
          <ac:chgData name="Orlando Timmerman" userId="ff3b7671-119d-43fa-96a1-bc04123c0a64" providerId="ADAL" clId="{73F1257B-B696-550F-A745-147F59F59EE9}" dt="2025-10-29T22:01:37.283" v="3632" actId="478"/>
          <ac:spMkLst>
            <pc:docMk/>
            <pc:sldMk cId="1613600930" sldId="460"/>
            <ac:spMk id="13" creationId="{4DC5CA8B-F3F7-E59C-F35F-1C220DDFBECE}"/>
          </ac:spMkLst>
        </pc:spChg>
        <pc:spChg chg="del">
          <ac:chgData name="Orlando Timmerman" userId="ff3b7671-119d-43fa-96a1-bc04123c0a64" providerId="ADAL" clId="{73F1257B-B696-550F-A745-147F59F59EE9}" dt="2025-10-29T22:01:37.283" v="3632" actId="478"/>
          <ac:spMkLst>
            <pc:docMk/>
            <pc:sldMk cId="1613600930" sldId="460"/>
            <ac:spMk id="14" creationId="{D1DD930B-E228-5DEC-4CAF-BE1CC0874EEC}"/>
          </ac:spMkLst>
        </pc:spChg>
        <pc:spChg chg="del">
          <ac:chgData name="Orlando Timmerman" userId="ff3b7671-119d-43fa-96a1-bc04123c0a64" providerId="ADAL" clId="{73F1257B-B696-550F-A745-147F59F59EE9}" dt="2025-10-29T22:01:37.283" v="3632" actId="478"/>
          <ac:spMkLst>
            <pc:docMk/>
            <pc:sldMk cId="1613600930" sldId="460"/>
            <ac:spMk id="15" creationId="{126EF135-2AE4-D1A4-EBC5-AEB61D36DE21}"/>
          </ac:spMkLst>
        </pc:spChg>
        <pc:spChg chg="del">
          <ac:chgData name="Orlando Timmerman" userId="ff3b7671-119d-43fa-96a1-bc04123c0a64" providerId="ADAL" clId="{73F1257B-B696-550F-A745-147F59F59EE9}" dt="2025-10-29T22:01:37.283" v="3632" actId="478"/>
          <ac:spMkLst>
            <pc:docMk/>
            <pc:sldMk cId="1613600930" sldId="460"/>
            <ac:spMk id="16" creationId="{7E415EC9-CDB5-2FCB-D91A-A907504BA250}"/>
          </ac:spMkLst>
        </pc:spChg>
        <pc:spChg chg="del">
          <ac:chgData name="Orlando Timmerman" userId="ff3b7671-119d-43fa-96a1-bc04123c0a64" providerId="ADAL" clId="{73F1257B-B696-550F-A745-147F59F59EE9}" dt="2025-10-29T22:02:32.255" v="3647" actId="478"/>
          <ac:spMkLst>
            <pc:docMk/>
            <pc:sldMk cId="1613600930" sldId="460"/>
            <ac:spMk id="18" creationId="{E09B2FA3-EF26-0261-9E62-2904A93EF356}"/>
          </ac:spMkLst>
        </pc:spChg>
        <pc:spChg chg="del">
          <ac:chgData name="Orlando Timmerman" userId="ff3b7671-119d-43fa-96a1-bc04123c0a64" providerId="ADAL" clId="{73F1257B-B696-550F-A745-147F59F59EE9}" dt="2025-10-29T22:02:32.255" v="3647" actId="478"/>
          <ac:spMkLst>
            <pc:docMk/>
            <pc:sldMk cId="1613600930" sldId="460"/>
            <ac:spMk id="22" creationId="{EF12FB0B-49A5-9E4C-CB1D-E28D08B7C2E2}"/>
          </ac:spMkLst>
        </pc:spChg>
        <pc:spChg chg="del">
          <ac:chgData name="Orlando Timmerman" userId="ff3b7671-119d-43fa-96a1-bc04123c0a64" providerId="ADAL" clId="{73F1257B-B696-550F-A745-147F59F59EE9}" dt="2025-10-29T22:01:37.283" v="3632" actId="478"/>
          <ac:spMkLst>
            <pc:docMk/>
            <pc:sldMk cId="1613600930" sldId="460"/>
            <ac:spMk id="23" creationId="{B6066E26-037C-7859-2482-E74DDA3D144F}"/>
          </ac:spMkLst>
        </pc:spChg>
        <pc:spChg chg="del">
          <ac:chgData name="Orlando Timmerman" userId="ff3b7671-119d-43fa-96a1-bc04123c0a64" providerId="ADAL" clId="{73F1257B-B696-550F-A745-147F59F59EE9}" dt="2025-10-29T22:01:37.283" v="3632" actId="478"/>
          <ac:spMkLst>
            <pc:docMk/>
            <pc:sldMk cId="1613600930" sldId="460"/>
            <ac:spMk id="24" creationId="{2D20430E-3629-809C-6396-DB4C32CA580D}"/>
          </ac:spMkLst>
        </pc:spChg>
        <pc:spChg chg="del">
          <ac:chgData name="Orlando Timmerman" userId="ff3b7671-119d-43fa-96a1-bc04123c0a64" providerId="ADAL" clId="{73F1257B-B696-550F-A745-147F59F59EE9}" dt="2025-10-29T22:02:32.255" v="3647" actId="478"/>
          <ac:spMkLst>
            <pc:docMk/>
            <pc:sldMk cId="1613600930" sldId="460"/>
            <ac:spMk id="25" creationId="{ECCE0263-0E1C-A2D1-01C7-24BB00E63023}"/>
          </ac:spMkLst>
        </pc:spChg>
        <pc:spChg chg="del">
          <ac:chgData name="Orlando Timmerman" userId="ff3b7671-119d-43fa-96a1-bc04123c0a64" providerId="ADAL" clId="{73F1257B-B696-550F-A745-147F59F59EE9}" dt="2025-10-29T22:02:30.018" v="3646" actId="478"/>
          <ac:spMkLst>
            <pc:docMk/>
            <pc:sldMk cId="1613600930" sldId="460"/>
            <ac:spMk id="28" creationId="{BEA8E0E4-9E25-6B18-0FE2-3E47117D6A8E}"/>
          </ac:spMkLst>
        </pc:spChg>
        <pc:spChg chg="del">
          <ac:chgData name="Orlando Timmerman" userId="ff3b7671-119d-43fa-96a1-bc04123c0a64" providerId="ADAL" clId="{73F1257B-B696-550F-A745-147F59F59EE9}" dt="2025-10-29T22:02:30.018" v="3646" actId="478"/>
          <ac:spMkLst>
            <pc:docMk/>
            <pc:sldMk cId="1613600930" sldId="460"/>
            <ac:spMk id="29" creationId="{15FA7B27-A8B5-BE34-60F3-86F6DAED028C}"/>
          </ac:spMkLst>
        </pc:spChg>
        <pc:spChg chg="del">
          <ac:chgData name="Orlando Timmerman" userId="ff3b7671-119d-43fa-96a1-bc04123c0a64" providerId="ADAL" clId="{73F1257B-B696-550F-A745-147F59F59EE9}" dt="2025-10-29T22:02:30.018" v="3646" actId="478"/>
          <ac:spMkLst>
            <pc:docMk/>
            <pc:sldMk cId="1613600930" sldId="460"/>
            <ac:spMk id="33" creationId="{FA518434-F264-FB7D-7008-342C7A51571A}"/>
          </ac:spMkLst>
        </pc:spChg>
        <pc:spChg chg="del">
          <ac:chgData name="Orlando Timmerman" userId="ff3b7671-119d-43fa-96a1-bc04123c0a64" providerId="ADAL" clId="{73F1257B-B696-550F-A745-147F59F59EE9}" dt="2025-10-29T22:02:30.018" v="3646" actId="478"/>
          <ac:spMkLst>
            <pc:docMk/>
            <pc:sldMk cId="1613600930" sldId="460"/>
            <ac:spMk id="34" creationId="{15BF5434-D036-F770-031B-BEEDC58DAAE2}"/>
          </ac:spMkLst>
        </pc:spChg>
        <pc:spChg chg="del">
          <ac:chgData name="Orlando Timmerman" userId="ff3b7671-119d-43fa-96a1-bc04123c0a64" providerId="ADAL" clId="{73F1257B-B696-550F-A745-147F59F59EE9}" dt="2025-10-29T22:02:30.018" v="3646" actId="478"/>
          <ac:spMkLst>
            <pc:docMk/>
            <pc:sldMk cId="1613600930" sldId="460"/>
            <ac:spMk id="36" creationId="{ADA393B4-AD06-F864-B1DE-CA5496030599}"/>
          </ac:spMkLst>
        </pc:spChg>
        <pc:spChg chg="add mod">
          <ac:chgData name="Orlando Timmerman" userId="ff3b7671-119d-43fa-96a1-bc04123c0a64" providerId="ADAL" clId="{73F1257B-B696-550F-A745-147F59F59EE9}" dt="2025-10-29T22:01:38.865" v="3634"/>
          <ac:spMkLst>
            <pc:docMk/>
            <pc:sldMk cId="1613600930" sldId="460"/>
            <ac:spMk id="40" creationId="{3E3355D3-EA7C-5DC6-0AB1-283E288E8346}"/>
          </ac:spMkLst>
        </pc:spChg>
        <pc:spChg chg="add mod">
          <ac:chgData name="Orlando Timmerman" userId="ff3b7671-119d-43fa-96a1-bc04123c0a64" providerId="ADAL" clId="{73F1257B-B696-550F-A745-147F59F59EE9}" dt="2025-10-29T22:01:38.865" v="3634"/>
          <ac:spMkLst>
            <pc:docMk/>
            <pc:sldMk cId="1613600930" sldId="460"/>
            <ac:spMk id="41" creationId="{83287FCC-7CAD-F4A8-9ED6-E8BFE842D4E1}"/>
          </ac:spMkLst>
        </pc:spChg>
        <pc:spChg chg="add mod">
          <ac:chgData name="Orlando Timmerman" userId="ff3b7671-119d-43fa-96a1-bc04123c0a64" providerId="ADAL" clId="{73F1257B-B696-550F-A745-147F59F59EE9}" dt="2025-10-29T22:01:38.865" v="3634"/>
          <ac:spMkLst>
            <pc:docMk/>
            <pc:sldMk cId="1613600930" sldId="460"/>
            <ac:spMk id="42" creationId="{A9FF6EC8-DC7A-99DA-AA70-A8C8394748F0}"/>
          </ac:spMkLst>
        </pc:spChg>
        <pc:spChg chg="del">
          <ac:chgData name="Orlando Timmerman" userId="ff3b7671-119d-43fa-96a1-bc04123c0a64" providerId="ADAL" clId="{73F1257B-B696-550F-A745-147F59F59EE9}" dt="2025-10-29T22:01:37.283" v="3632" actId="478"/>
          <ac:spMkLst>
            <pc:docMk/>
            <pc:sldMk cId="1613600930" sldId="460"/>
            <ac:spMk id="45" creationId="{855D8756-DC07-C77B-A263-7ED4CAFF4D6E}"/>
          </ac:spMkLst>
        </pc:spChg>
        <pc:spChg chg="add del mod">
          <ac:chgData name="Orlando Timmerman" userId="ff3b7671-119d-43fa-96a1-bc04123c0a64" providerId="ADAL" clId="{73F1257B-B696-550F-A745-147F59F59EE9}" dt="2025-10-29T22:01:43.396" v="3636" actId="478"/>
          <ac:spMkLst>
            <pc:docMk/>
            <pc:sldMk cId="1613600930" sldId="460"/>
            <ac:spMk id="47" creationId="{21B54245-6567-D1F6-B1EB-D529E867E453}"/>
          </ac:spMkLst>
        </pc:spChg>
        <pc:spChg chg="add del mod">
          <ac:chgData name="Orlando Timmerman" userId="ff3b7671-119d-43fa-96a1-bc04123c0a64" providerId="ADAL" clId="{73F1257B-B696-550F-A745-147F59F59EE9}" dt="2025-10-29T22:01:45.266" v="3637" actId="478"/>
          <ac:spMkLst>
            <pc:docMk/>
            <pc:sldMk cId="1613600930" sldId="460"/>
            <ac:spMk id="48" creationId="{92DB5004-46E9-92C1-EAC4-7E4AA29B5F2E}"/>
          </ac:spMkLst>
        </pc:spChg>
        <pc:spChg chg="add mod">
          <ac:chgData name="Orlando Timmerman" userId="ff3b7671-119d-43fa-96a1-bc04123c0a64" providerId="ADAL" clId="{73F1257B-B696-550F-A745-147F59F59EE9}" dt="2025-10-29T22:01:38.865" v="3634"/>
          <ac:spMkLst>
            <pc:docMk/>
            <pc:sldMk cId="1613600930" sldId="460"/>
            <ac:spMk id="49" creationId="{0C8795E4-59EE-60C5-54F0-5AEF4C6653F3}"/>
          </ac:spMkLst>
        </pc:spChg>
        <pc:spChg chg="add mod">
          <ac:chgData name="Orlando Timmerman" userId="ff3b7671-119d-43fa-96a1-bc04123c0a64" providerId="ADAL" clId="{73F1257B-B696-550F-A745-147F59F59EE9}" dt="2025-10-29T22:01:38.865" v="3634"/>
          <ac:spMkLst>
            <pc:docMk/>
            <pc:sldMk cId="1613600930" sldId="460"/>
            <ac:spMk id="50" creationId="{9593DF0E-2BE0-6253-C348-42048CB8722D}"/>
          </ac:spMkLst>
        </pc:spChg>
        <pc:spChg chg="add mod">
          <ac:chgData name="Orlando Timmerman" userId="ff3b7671-119d-43fa-96a1-bc04123c0a64" providerId="ADAL" clId="{73F1257B-B696-550F-A745-147F59F59EE9}" dt="2025-10-29T22:02:32.650" v="3648"/>
          <ac:spMkLst>
            <pc:docMk/>
            <pc:sldMk cId="1613600930" sldId="460"/>
            <ac:spMk id="53" creationId="{C233ABC7-10DC-5152-89C1-5D6BD01CF57C}"/>
          </ac:spMkLst>
        </pc:spChg>
        <pc:spChg chg="add mod">
          <ac:chgData name="Orlando Timmerman" userId="ff3b7671-119d-43fa-96a1-bc04123c0a64" providerId="ADAL" clId="{73F1257B-B696-550F-A745-147F59F59EE9}" dt="2025-10-29T22:02:32.650" v="3648"/>
          <ac:spMkLst>
            <pc:docMk/>
            <pc:sldMk cId="1613600930" sldId="460"/>
            <ac:spMk id="54" creationId="{E3F54BE4-3A1C-96AE-8E8C-742A959CAB42}"/>
          </ac:spMkLst>
        </pc:spChg>
        <pc:spChg chg="add mod">
          <ac:chgData name="Orlando Timmerman" userId="ff3b7671-119d-43fa-96a1-bc04123c0a64" providerId="ADAL" clId="{73F1257B-B696-550F-A745-147F59F59EE9}" dt="2025-10-29T22:02:32.650" v="3648"/>
          <ac:spMkLst>
            <pc:docMk/>
            <pc:sldMk cId="1613600930" sldId="460"/>
            <ac:spMk id="55" creationId="{AB7630B3-5E31-B707-3276-BF871974CD45}"/>
          </ac:spMkLst>
        </pc:spChg>
        <pc:spChg chg="add mod">
          <ac:chgData name="Orlando Timmerman" userId="ff3b7671-119d-43fa-96a1-bc04123c0a64" providerId="ADAL" clId="{73F1257B-B696-550F-A745-147F59F59EE9}" dt="2025-10-29T22:02:32.650" v="3648"/>
          <ac:spMkLst>
            <pc:docMk/>
            <pc:sldMk cId="1613600930" sldId="460"/>
            <ac:spMk id="56" creationId="{0AFE2E4A-A4E7-406D-DA99-2FDBAB7CC88C}"/>
          </ac:spMkLst>
        </pc:spChg>
        <pc:grpChg chg="del">
          <ac:chgData name="Orlando Timmerman" userId="ff3b7671-119d-43fa-96a1-bc04123c0a64" providerId="ADAL" clId="{73F1257B-B696-550F-A745-147F59F59EE9}" dt="2025-10-29T22:01:38.527" v="3633" actId="478"/>
          <ac:grpSpMkLst>
            <pc:docMk/>
            <pc:sldMk cId="1613600930" sldId="460"/>
            <ac:grpSpMk id="43" creationId="{BA44A6E4-7E6A-5980-C053-26D6751288A6}"/>
          </ac:grpSpMkLst>
        </pc:grpChg>
        <pc:picChg chg="add mod">
          <ac:chgData name="Orlando Timmerman" userId="ff3b7671-119d-43fa-96a1-bc04123c0a64" providerId="ADAL" clId="{73F1257B-B696-550F-A745-147F59F59EE9}" dt="2025-10-29T22:01:38.865" v="3634"/>
          <ac:picMkLst>
            <pc:docMk/>
            <pc:sldMk cId="1613600930" sldId="460"/>
            <ac:picMk id="31" creationId="{68878FF6-96A0-0D7F-550D-05E99FA49171}"/>
          </ac:picMkLst>
        </pc:picChg>
        <pc:picChg chg="add mod">
          <ac:chgData name="Orlando Timmerman" userId="ff3b7671-119d-43fa-96a1-bc04123c0a64" providerId="ADAL" clId="{73F1257B-B696-550F-A745-147F59F59EE9}" dt="2025-10-29T22:01:38.865" v="3634"/>
          <ac:picMkLst>
            <pc:docMk/>
            <pc:sldMk cId="1613600930" sldId="460"/>
            <ac:picMk id="37" creationId="{C94E9655-CC44-4391-9738-B615AFB546F8}"/>
          </ac:picMkLst>
        </pc:picChg>
        <pc:picChg chg="add mod">
          <ac:chgData name="Orlando Timmerman" userId="ff3b7671-119d-43fa-96a1-bc04123c0a64" providerId="ADAL" clId="{73F1257B-B696-550F-A745-147F59F59EE9}" dt="2025-10-29T22:01:38.865" v="3634"/>
          <ac:picMkLst>
            <pc:docMk/>
            <pc:sldMk cId="1613600930" sldId="460"/>
            <ac:picMk id="44" creationId="{9C4EA833-3FE6-6FFF-95BF-B9A173E56FBB}"/>
          </ac:picMkLst>
        </pc:picChg>
        <pc:picChg chg="mod">
          <ac:chgData name="Orlando Timmerman" userId="ff3b7671-119d-43fa-96a1-bc04123c0a64" providerId="ADAL" clId="{73F1257B-B696-550F-A745-147F59F59EE9}" dt="2025-10-29T22:16:14.991" v="4588" actId="1076"/>
          <ac:picMkLst>
            <pc:docMk/>
            <pc:sldMk cId="1613600930" sldId="460"/>
            <ac:picMk id="46" creationId="{1F081AEA-DE34-6E50-990F-7AB75470FB96}"/>
          </ac:picMkLst>
        </pc:picChg>
        <pc:picChg chg="add mod">
          <ac:chgData name="Orlando Timmerman" userId="ff3b7671-119d-43fa-96a1-bc04123c0a64" providerId="ADAL" clId="{73F1257B-B696-550F-A745-147F59F59EE9}" dt="2025-10-29T22:02:32.650" v="3648"/>
          <ac:picMkLst>
            <pc:docMk/>
            <pc:sldMk cId="1613600930" sldId="460"/>
            <ac:picMk id="51" creationId="{041DDCC3-E4F2-CB72-C1F7-A40011A88772}"/>
          </ac:picMkLst>
        </pc:picChg>
        <pc:picChg chg="add mod">
          <ac:chgData name="Orlando Timmerman" userId="ff3b7671-119d-43fa-96a1-bc04123c0a64" providerId="ADAL" clId="{73F1257B-B696-550F-A745-147F59F59EE9}" dt="2025-10-29T22:17:53.931" v="4603"/>
          <ac:picMkLst>
            <pc:docMk/>
            <pc:sldMk cId="1613600930" sldId="460"/>
            <ac:picMk id="57" creationId="{30366774-2586-3301-DAB3-56CEBF641D8C}"/>
          </ac:picMkLst>
        </pc:picChg>
        <pc:cxnChg chg="add mod">
          <ac:chgData name="Orlando Timmerman" userId="ff3b7671-119d-43fa-96a1-bc04123c0a64" providerId="ADAL" clId="{73F1257B-B696-550F-A745-147F59F59EE9}" dt="2025-10-29T22:02:32.650" v="3648"/>
          <ac:cxnSpMkLst>
            <pc:docMk/>
            <pc:sldMk cId="1613600930" sldId="460"/>
            <ac:cxnSpMk id="52" creationId="{8BDAADE6-3EA2-D3C1-3898-C1764493C46C}"/>
          </ac:cxnSpMkLst>
        </pc:cxnChg>
      </pc:sldChg>
      <pc:sldChg chg="addSp delSp modSp add del mod">
        <pc:chgData name="Orlando Timmerman" userId="ff3b7671-119d-43fa-96a1-bc04123c0a64" providerId="ADAL" clId="{73F1257B-B696-550F-A745-147F59F59EE9}" dt="2025-10-29T22:07:22.932" v="3940" actId="2696"/>
        <pc:sldMkLst>
          <pc:docMk/>
          <pc:sldMk cId="1229752320" sldId="461"/>
        </pc:sldMkLst>
        <pc:spChg chg="del">
          <ac:chgData name="Orlando Timmerman" userId="ff3b7671-119d-43fa-96a1-bc04123c0a64" providerId="ADAL" clId="{73F1257B-B696-550F-A745-147F59F59EE9}" dt="2025-10-29T22:02:18.689" v="3640" actId="478"/>
          <ac:spMkLst>
            <pc:docMk/>
            <pc:sldMk cId="1229752320" sldId="461"/>
            <ac:spMk id="5" creationId="{9D4FE144-1C22-926C-E3E6-53BE08DC8F2C}"/>
          </ac:spMkLst>
        </pc:spChg>
        <pc:spChg chg="del">
          <ac:chgData name="Orlando Timmerman" userId="ff3b7671-119d-43fa-96a1-bc04123c0a64" providerId="ADAL" clId="{73F1257B-B696-550F-A745-147F59F59EE9}" dt="2025-10-29T22:02:20.555" v="3641" actId="478"/>
          <ac:spMkLst>
            <pc:docMk/>
            <pc:sldMk cId="1229752320" sldId="461"/>
            <ac:spMk id="6" creationId="{6E2D9B33-4552-01E7-7BFD-A0E7A371D7CC}"/>
          </ac:spMkLst>
        </pc:spChg>
        <pc:spChg chg="del">
          <ac:chgData name="Orlando Timmerman" userId="ff3b7671-119d-43fa-96a1-bc04123c0a64" providerId="ADAL" clId="{73F1257B-B696-550F-A745-147F59F59EE9}" dt="2025-10-29T22:02:20.555" v="3641" actId="478"/>
          <ac:spMkLst>
            <pc:docMk/>
            <pc:sldMk cId="1229752320" sldId="461"/>
            <ac:spMk id="7" creationId="{4CE16DE8-05F4-E1D7-3C0C-20407EE689C3}"/>
          </ac:spMkLst>
        </pc:spChg>
        <pc:spChg chg="del">
          <ac:chgData name="Orlando Timmerman" userId="ff3b7671-119d-43fa-96a1-bc04123c0a64" providerId="ADAL" clId="{73F1257B-B696-550F-A745-147F59F59EE9}" dt="2025-10-29T22:02:20.555" v="3641" actId="478"/>
          <ac:spMkLst>
            <pc:docMk/>
            <pc:sldMk cId="1229752320" sldId="461"/>
            <ac:spMk id="9" creationId="{74BB601E-CA3C-89ED-9CDE-C7528369DB13}"/>
          </ac:spMkLst>
        </pc:spChg>
        <pc:spChg chg="del">
          <ac:chgData name="Orlando Timmerman" userId="ff3b7671-119d-43fa-96a1-bc04123c0a64" providerId="ADAL" clId="{73F1257B-B696-550F-A745-147F59F59EE9}" dt="2025-10-29T22:02:18.689" v="3640" actId="478"/>
          <ac:spMkLst>
            <pc:docMk/>
            <pc:sldMk cId="1229752320" sldId="461"/>
            <ac:spMk id="18" creationId="{DC6AE93E-E884-33A7-ECA8-36D6D9231A36}"/>
          </ac:spMkLst>
        </pc:spChg>
        <pc:spChg chg="del">
          <ac:chgData name="Orlando Timmerman" userId="ff3b7671-119d-43fa-96a1-bc04123c0a64" providerId="ADAL" clId="{73F1257B-B696-550F-A745-147F59F59EE9}" dt="2025-10-29T22:02:18.689" v="3640" actId="478"/>
          <ac:spMkLst>
            <pc:docMk/>
            <pc:sldMk cId="1229752320" sldId="461"/>
            <ac:spMk id="22" creationId="{ACF63D74-259B-E3F5-DAF3-32D4197C8002}"/>
          </ac:spMkLst>
        </pc:spChg>
        <pc:spChg chg="del">
          <ac:chgData name="Orlando Timmerman" userId="ff3b7671-119d-43fa-96a1-bc04123c0a64" providerId="ADAL" clId="{73F1257B-B696-550F-A745-147F59F59EE9}" dt="2025-10-29T22:02:18.689" v="3640" actId="478"/>
          <ac:spMkLst>
            <pc:docMk/>
            <pc:sldMk cId="1229752320" sldId="461"/>
            <ac:spMk id="25" creationId="{948D69A3-BD87-FCC5-29D1-C1FEF4C40207}"/>
          </ac:spMkLst>
        </pc:spChg>
        <pc:spChg chg="add mod">
          <ac:chgData name="Orlando Timmerman" userId="ff3b7671-119d-43fa-96a1-bc04123c0a64" providerId="ADAL" clId="{73F1257B-B696-550F-A745-147F59F59EE9}" dt="2025-10-29T22:02:20.936" v="3642"/>
          <ac:spMkLst>
            <pc:docMk/>
            <pc:sldMk cId="1229752320" sldId="461"/>
            <ac:spMk id="27" creationId="{A8C0C779-036C-CBE3-1353-5E7ED9BA60AF}"/>
          </ac:spMkLst>
        </pc:spChg>
        <pc:spChg chg="del">
          <ac:chgData name="Orlando Timmerman" userId="ff3b7671-119d-43fa-96a1-bc04123c0a64" providerId="ADAL" clId="{73F1257B-B696-550F-A745-147F59F59EE9}" dt="2025-10-29T22:02:20.555" v="3641" actId="478"/>
          <ac:spMkLst>
            <pc:docMk/>
            <pc:sldMk cId="1229752320" sldId="461"/>
            <ac:spMk id="28" creationId="{9D98B781-0170-8E8D-3BD9-7C8837FFF732}"/>
          </ac:spMkLst>
        </pc:spChg>
        <pc:spChg chg="del">
          <ac:chgData name="Orlando Timmerman" userId="ff3b7671-119d-43fa-96a1-bc04123c0a64" providerId="ADAL" clId="{73F1257B-B696-550F-A745-147F59F59EE9}" dt="2025-10-29T22:02:20.555" v="3641" actId="478"/>
          <ac:spMkLst>
            <pc:docMk/>
            <pc:sldMk cId="1229752320" sldId="461"/>
            <ac:spMk id="29" creationId="{A92EF036-3A95-EE2A-78FD-93F3D2B759AB}"/>
          </ac:spMkLst>
        </pc:spChg>
        <pc:spChg chg="add mod">
          <ac:chgData name="Orlando Timmerman" userId="ff3b7671-119d-43fa-96a1-bc04123c0a64" providerId="ADAL" clId="{73F1257B-B696-550F-A745-147F59F59EE9}" dt="2025-10-29T22:02:20.936" v="3642"/>
          <ac:spMkLst>
            <pc:docMk/>
            <pc:sldMk cId="1229752320" sldId="461"/>
            <ac:spMk id="30" creationId="{31588AB3-63E6-0BC8-5CC2-E8FA72CA1365}"/>
          </ac:spMkLst>
        </pc:spChg>
        <pc:spChg chg="add mod">
          <ac:chgData name="Orlando Timmerman" userId="ff3b7671-119d-43fa-96a1-bc04123c0a64" providerId="ADAL" clId="{73F1257B-B696-550F-A745-147F59F59EE9}" dt="2025-10-29T22:02:20.936" v="3642"/>
          <ac:spMkLst>
            <pc:docMk/>
            <pc:sldMk cId="1229752320" sldId="461"/>
            <ac:spMk id="31" creationId="{FFA0D3F8-C99E-6F6D-4BD2-A5FF7629F62E}"/>
          </ac:spMkLst>
        </pc:spChg>
        <pc:spChg chg="del">
          <ac:chgData name="Orlando Timmerman" userId="ff3b7671-119d-43fa-96a1-bc04123c0a64" providerId="ADAL" clId="{73F1257B-B696-550F-A745-147F59F59EE9}" dt="2025-10-29T22:02:20.555" v="3641" actId="478"/>
          <ac:spMkLst>
            <pc:docMk/>
            <pc:sldMk cId="1229752320" sldId="461"/>
            <ac:spMk id="33" creationId="{DD900E1C-1A48-3437-85E7-30C2AA82E39B}"/>
          </ac:spMkLst>
        </pc:spChg>
        <pc:spChg chg="del">
          <ac:chgData name="Orlando Timmerman" userId="ff3b7671-119d-43fa-96a1-bc04123c0a64" providerId="ADAL" clId="{73F1257B-B696-550F-A745-147F59F59EE9}" dt="2025-10-29T22:02:20.555" v="3641" actId="478"/>
          <ac:spMkLst>
            <pc:docMk/>
            <pc:sldMk cId="1229752320" sldId="461"/>
            <ac:spMk id="34" creationId="{BB65443B-B089-BF6E-2AA2-192C615DFC9A}"/>
          </ac:spMkLst>
        </pc:spChg>
        <pc:spChg chg="add mod">
          <ac:chgData name="Orlando Timmerman" userId="ff3b7671-119d-43fa-96a1-bc04123c0a64" providerId="ADAL" clId="{73F1257B-B696-550F-A745-147F59F59EE9}" dt="2025-10-29T22:02:20.936" v="3642"/>
          <ac:spMkLst>
            <pc:docMk/>
            <pc:sldMk cId="1229752320" sldId="461"/>
            <ac:spMk id="35" creationId="{56635136-9055-8EAF-1D2B-BDF7D7ABADBB}"/>
          </ac:spMkLst>
        </pc:spChg>
        <pc:spChg chg="del">
          <ac:chgData name="Orlando Timmerman" userId="ff3b7671-119d-43fa-96a1-bc04123c0a64" providerId="ADAL" clId="{73F1257B-B696-550F-A745-147F59F59EE9}" dt="2025-10-29T22:02:20.555" v="3641" actId="478"/>
          <ac:spMkLst>
            <pc:docMk/>
            <pc:sldMk cId="1229752320" sldId="461"/>
            <ac:spMk id="36" creationId="{FCCE9D18-F27F-BE9B-62FB-E73DE38C068C}"/>
          </ac:spMkLst>
        </pc:spChg>
        <pc:picChg chg="add mod">
          <ac:chgData name="Orlando Timmerman" userId="ff3b7671-119d-43fa-96a1-bc04123c0a64" providerId="ADAL" clId="{73F1257B-B696-550F-A745-147F59F59EE9}" dt="2025-10-29T22:02:20.936" v="3642"/>
          <ac:picMkLst>
            <pc:docMk/>
            <pc:sldMk cId="1229752320" sldId="461"/>
            <ac:picMk id="19" creationId="{626981BB-6E2C-6F25-958F-D2EF9B505A56}"/>
          </ac:picMkLst>
        </pc:picChg>
        <pc:cxnChg chg="add mod">
          <ac:chgData name="Orlando Timmerman" userId="ff3b7671-119d-43fa-96a1-bc04123c0a64" providerId="ADAL" clId="{73F1257B-B696-550F-A745-147F59F59EE9}" dt="2025-10-29T22:02:20.936" v="3642"/>
          <ac:cxnSpMkLst>
            <pc:docMk/>
            <pc:sldMk cId="1229752320" sldId="461"/>
            <ac:cxnSpMk id="26" creationId="{356161B1-AA40-B258-8718-8FC010D437BE}"/>
          </ac:cxnSpMkLst>
        </pc:cxnChg>
      </pc:sldChg>
      <pc:sldChg chg="addSp delSp modSp add mod delAnim">
        <pc:chgData name="Orlando Timmerman" userId="ff3b7671-119d-43fa-96a1-bc04123c0a64" providerId="ADAL" clId="{73F1257B-B696-550F-A745-147F59F59EE9}" dt="2025-10-29T22:17:52.844" v="4602"/>
        <pc:sldMkLst>
          <pc:docMk/>
          <pc:sldMk cId="3990627986" sldId="462"/>
        </pc:sldMkLst>
        <pc:spChg chg="del">
          <ac:chgData name="Orlando Timmerman" userId="ff3b7671-119d-43fa-96a1-bc04123c0a64" providerId="ADAL" clId="{73F1257B-B696-550F-A745-147F59F59EE9}" dt="2025-10-29T22:01:18.783" v="3629" actId="478"/>
          <ac:spMkLst>
            <pc:docMk/>
            <pc:sldMk cId="3990627986" sldId="462"/>
            <ac:spMk id="3" creationId="{D4B59CCA-8272-7C00-B7DA-4F59330332AB}"/>
          </ac:spMkLst>
        </pc:spChg>
        <pc:spChg chg="del">
          <ac:chgData name="Orlando Timmerman" userId="ff3b7671-119d-43fa-96a1-bc04123c0a64" providerId="ADAL" clId="{73F1257B-B696-550F-A745-147F59F59EE9}" dt="2025-10-29T22:01:18.783" v="3629" actId="478"/>
          <ac:spMkLst>
            <pc:docMk/>
            <pc:sldMk cId="3990627986" sldId="462"/>
            <ac:spMk id="4" creationId="{6F905D84-80EF-A658-8F2F-8D0D4957D4BD}"/>
          </ac:spMkLst>
        </pc:spChg>
        <pc:spChg chg="del">
          <ac:chgData name="Orlando Timmerman" userId="ff3b7671-119d-43fa-96a1-bc04123c0a64" providerId="ADAL" clId="{73F1257B-B696-550F-A745-147F59F59EE9}" dt="2025-10-29T22:02:24.376" v="3643" actId="478"/>
          <ac:spMkLst>
            <pc:docMk/>
            <pc:sldMk cId="3990627986" sldId="462"/>
            <ac:spMk id="5" creationId="{43A654C1-F8F7-F16B-8D26-1817331369E1}"/>
          </ac:spMkLst>
        </pc:spChg>
        <pc:spChg chg="del">
          <ac:chgData name="Orlando Timmerman" userId="ff3b7671-119d-43fa-96a1-bc04123c0a64" providerId="ADAL" clId="{73F1257B-B696-550F-A745-147F59F59EE9}" dt="2025-10-29T22:02:27.270" v="3645" actId="478"/>
          <ac:spMkLst>
            <pc:docMk/>
            <pc:sldMk cId="3990627986" sldId="462"/>
            <ac:spMk id="6" creationId="{7EC6CFE8-2596-6663-1369-64367F023C19}"/>
          </ac:spMkLst>
        </pc:spChg>
        <pc:spChg chg="del">
          <ac:chgData name="Orlando Timmerman" userId="ff3b7671-119d-43fa-96a1-bc04123c0a64" providerId="ADAL" clId="{73F1257B-B696-550F-A745-147F59F59EE9}" dt="2025-10-29T22:02:27.270" v="3645" actId="478"/>
          <ac:spMkLst>
            <pc:docMk/>
            <pc:sldMk cId="3990627986" sldId="462"/>
            <ac:spMk id="7" creationId="{34B04E5D-B888-2315-C1CA-FB301A4CB814}"/>
          </ac:spMkLst>
        </pc:spChg>
        <pc:spChg chg="del">
          <ac:chgData name="Orlando Timmerman" userId="ff3b7671-119d-43fa-96a1-bc04123c0a64" providerId="ADAL" clId="{73F1257B-B696-550F-A745-147F59F59EE9}" dt="2025-10-29T22:02:27.270" v="3645" actId="478"/>
          <ac:spMkLst>
            <pc:docMk/>
            <pc:sldMk cId="3990627986" sldId="462"/>
            <ac:spMk id="9" creationId="{349B6499-ECE8-E11D-FDF9-2815111B2F86}"/>
          </ac:spMkLst>
        </pc:spChg>
        <pc:spChg chg="del">
          <ac:chgData name="Orlando Timmerman" userId="ff3b7671-119d-43fa-96a1-bc04123c0a64" providerId="ADAL" clId="{73F1257B-B696-550F-A745-147F59F59EE9}" dt="2025-10-29T22:01:18.783" v="3629" actId="478"/>
          <ac:spMkLst>
            <pc:docMk/>
            <pc:sldMk cId="3990627986" sldId="462"/>
            <ac:spMk id="11" creationId="{45B19827-9CE7-8E7C-0B20-6A5B5D43D192}"/>
          </ac:spMkLst>
        </pc:spChg>
        <pc:spChg chg="del">
          <ac:chgData name="Orlando Timmerman" userId="ff3b7671-119d-43fa-96a1-bc04123c0a64" providerId="ADAL" clId="{73F1257B-B696-550F-A745-147F59F59EE9}" dt="2025-10-29T22:01:18.783" v="3629" actId="478"/>
          <ac:spMkLst>
            <pc:docMk/>
            <pc:sldMk cId="3990627986" sldId="462"/>
            <ac:spMk id="13" creationId="{0B7E356C-102B-5C78-8037-06A1B07D73B0}"/>
          </ac:spMkLst>
        </pc:spChg>
        <pc:spChg chg="del">
          <ac:chgData name="Orlando Timmerman" userId="ff3b7671-119d-43fa-96a1-bc04123c0a64" providerId="ADAL" clId="{73F1257B-B696-550F-A745-147F59F59EE9}" dt="2025-10-29T22:01:18.783" v="3629" actId="478"/>
          <ac:spMkLst>
            <pc:docMk/>
            <pc:sldMk cId="3990627986" sldId="462"/>
            <ac:spMk id="14" creationId="{06B6A5A1-23EF-B42E-398A-66AFDA121D5D}"/>
          </ac:spMkLst>
        </pc:spChg>
        <pc:spChg chg="del">
          <ac:chgData name="Orlando Timmerman" userId="ff3b7671-119d-43fa-96a1-bc04123c0a64" providerId="ADAL" clId="{73F1257B-B696-550F-A745-147F59F59EE9}" dt="2025-10-29T22:01:18.783" v="3629" actId="478"/>
          <ac:spMkLst>
            <pc:docMk/>
            <pc:sldMk cId="3990627986" sldId="462"/>
            <ac:spMk id="15" creationId="{139EDAFF-D4C6-DA09-682A-E70FCCD8D7AF}"/>
          </ac:spMkLst>
        </pc:spChg>
        <pc:spChg chg="del">
          <ac:chgData name="Orlando Timmerman" userId="ff3b7671-119d-43fa-96a1-bc04123c0a64" providerId="ADAL" clId="{73F1257B-B696-550F-A745-147F59F59EE9}" dt="2025-10-29T22:01:18.783" v="3629" actId="478"/>
          <ac:spMkLst>
            <pc:docMk/>
            <pc:sldMk cId="3990627986" sldId="462"/>
            <ac:spMk id="16" creationId="{6F70243F-0916-965C-CB6F-85EFB696BF45}"/>
          </ac:spMkLst>
        </pc:spChg>
        <pc:spChg chg="del">
          <ac:chgData name="Orlando Timmerman" userId="ff3b7671-119d-43fa-96a1-bc04123c0a64" providerId="ADAL" clId="{73F1257B-B696-550F-A745-147F59F59EE9}" dt="2025-10-29T22:01:18.783" v="3629" actId="478"/>
          <ac:spMkLst>
            <pc:docMk/>
            <pc:sldMk cId="3990627986" sldId="462"/>
            <ac:spMk id="17" creationId="{9CFEF5E8-603A-01EC-44F3-13E466848E0D}"/>
          </ac:spMkLst>
        </pc:spChg>
        <pc:spChg chg="del">
          <ac:chgData name="Orlando Timmerman" userId="ff3b7671-119d-43fa-96a1-bc04123c0a64" providerId="ADAL" clId="{73F1257B-B696-550F-A745-147F59F59EE9}" dt="2025-10-29T22:02:24.376" v="3643" actId="478"/>
          <ac:spMkLst>
            <pc:docMk/>
            <pc:sldMk cId="3990627986" sldId="462"/>
            <ac:spMk id="18" creationId="{3B6A5DC6-0ABA-AF43-864E-B59FDE9D92E1}"/>
          </ac:spMkLst>
        </pc:spChg>
        <pc:spChg chg="del">
          <ac:chgData name="Orlando Timmerman" userId="ff3b7671-119d-43fa-96a1-bc04123c0a64" providerId="ADAL" clId="{73F1257B-B696-550F-A745-147F59F59EE9}" dt="2025-10-29T22:02:24.376" v="3643" actId="478"/>
          <ac:spMkLst>
            <pc:docMk/>
            <pc:sldMk cId="3990627986" sldId="462"/>
            <ac:spMk id="22" creationId="{A80FD603-0BC1-DE62-09D2-AE15069A2AEE}"/>
          </ac:spMkLst>
        </pc:spChg>
        <pc:spChg chg="del">
          <ac:chgData name="Orlando Timmerman" userId="ff3b7671-119d-43fa-96a1-bc04123c0a64" providerId="ADAL" clId="{73F1257B-B696-550F-A745-147F59F59EE9}" dt="2025-10-29T22:01:18.783" v="3629" actId="478"/>
          <ac:spMkLst>
            <pc:docMk/>
            <pc:sldMk cId="3990627986" sldId="462"/>
            <ac:spMk id="23" creationId="{A57DB8B4-7ABC-34FE-4DBA-73595DC19AF9}"/>
          </ac:spMkLst>
        </pc:spChg>
        <pc:spChg chg="del">
          <ac:chgData name="Orlando Timmerman" userId="ff3b7671-119d-43fa-96a1-bc04123c0a64" providerId="ADAL" clId="{73F1257B-B696-550F-A745-147F59F59EE9}" dt="2025-10-29T22:02:24.376" v="3643" actId="478"/>
          <ac:spMkLst>
            <pc:docMk/>
            <pc:sldMk cId="3990627986" sldId="462"/>
            <ac:spMk id="25" creationId="{6CB3E39B-FAEC-92FD-DAD0-0065B80910C0}"/>
          </ac:spMkLst>
        </pc:spChg>
        <pc:spChg chg="del">
          <ac:chgData name="Orlando Timmerman" userId="ff3b7671-119d-43fa-96a1-bc04123c0a64" providerId="ADAL" clId="{73F1257B-B696-550F-A745-147F59F59EE9}" dt="2025-10-29T22:02:27.270" v="3645" actId="478"/>
          <ac:spMkLst>
            <pc:docMk/>
            <pc:sldMk cId="3990627986" sldId="462"/>
            <ac:spMk id="28" creationId="{A0E479ED-769D-AD90-DEB2-4F7FE32876C5}"/>
          </ac:spMkLst>
        </pc:spChg>
        <pc:spChg chg="del">
          <ac:chgData name="Orlando Timmerman" userId="ff3b7671-119d-43fa-96a1-bc04123c0a64" providerId="ADAL" clId="{73F1257B-B696-550F-A745-147F59F59EE9}" dt="2025-10-29T22:02:27.270" v="3645" actId="478"/>
          <ac:spMkLst>
            <pc:docMk/>
            <pc:sldMk cId="3990627986" sldId="462"/>
            <ac:spMk id="29" creationId="{56A13893-24F3-6D24-D25D-4E20C3C2F209}"/>
          </ac:spMkLst>
        </pc:spChg>
        <pc:spChg chg="del">
          <ac:chgData name="Orlando Timmerman" userId="ff3b7671-119d-43fa-96a1-bc04123c0a64" providerId="ADAL" clId="{73F1257B-B696-550F-A745-147F59F59EE9}" dt="2025-10-29T22:02:27.270" v="3645" actId="478"/>
          <ac:spMkLst>
            <pc:docMk/>
            <pc:sldMk cId="3990627986" sldId="462"/>
            <ac:spMk id="33" creationId="{586FE01D-B9E8-8983-59C2-A42E224FF941}"/>
          </ac:spMkLst>
        </pc:spChg>
        <pc:spChg chg="del">
          <ac:chgData name="Orlando Timmerman" userId="ff3b7671-119d-43fa-96a1-bc04123c0a64" providerId="ADAL" clId="{73F1257B-B696-550F-A745-147F59F59EE9}" dt="2025-10-29T22:02:27.270" v="3645" actId="478"/>
          <ac:spMkLst>
            <pc:docMk/>
            <pc:sldMk cId="3990627986" sldId="462"/>
            <ac:spMk id="34" creationId="{B24C5751-6A12-F625-1164-91D75612220E}"/>
          </ac:spMkLst>
        </pc:spChg>
        <pc:spChg chg="del">
          <ac:chgData name="Orlando Timmerman" userId="ff3b7671-119d-43fa-96a1-bc04123c0a64" providerId="ADAL" clId="{73F1257B-B696-550F-A745-147F59F59EE9}" dt="2025-10-29T22:02:27.270" v="3645" actId="478"/>
          <ac:spMkLst>
            <pc:docMk/>
            <pc:sldMk cId="3990627986" sldId="462"/>
            <ac:spMk id="36" creationId="{4BB4E0B3-D8CA-D83A-82D8-0D8001EEC49E}"/>
          </ac:spMkLst>
        </pc:spChg>
        <pc:spChg chg="add mod">
          <ac:chgData name="Orlando Timmerman" userId="ff3b7671-119d-43fa-96a1-bc04123c0a64" providerId="ADAL" clId="{73F1257B-B696-550F-A745-147F59F59EE9}" dt="2025-10-29T22:01:20.366" v="3631"/>
          <ac:spMkLst>
            <pc:docMk/>
            <pc:sldMk cId="3990627986" sldId="462"/>
            <ac:spMk id="39" creationId="{157FA7BA-D015-506B-34C5-2DDB460E9262}"/>
          </ac:spMkLst>
        </pc:spChg>
        <pc:spChg chg="add mod">
          <ac:chgData name="Orlando Timmerman" userId="ff3b7671-119d-43fa-96a1-bc04123c0a64" providerId="ADAL" clId="{73F1257B-B696-550F-A745-147F59F59EE9}" dt="2025-10-29T22:01:20.366" v="3631"/>
          <ac:spMkLst>
            <pc:docMk/>
            <pc:sldMk cId="3990627986" sldId="462"/>
            <ac:spMk id="40" creationId="{81AC0EEC-6708-40B9-7C28-5A6A27174737}"/>
          </ac:spMkLst>
        </pc:spChg>
        <pc:spChg chg="add mod">
          <ac:chgData name="Orlando Timmerman" userId="ff3b7671-119d-43fa-96a1-bc04123c0a64" providerId="ADAL" clId="{73F1257B-B696-550F-A745-147F59F59EE9}" dt="2025-10-29T22:01:20.366" v="3631"/>
          <ac:spMkLst>
            <pc:docMk/>
            <pc:sldMk cId="3990627986" sldId="462"/>
            <ac:spMk id="41" creationId="{3B246313-2103-D24E-3907-18BE631CF3B6}"/>
          </ac:spMkLst>
        </pc:spChg>
        <pc:spChg chg="add mod">
          <ac:chgData name="Orlando Timmerman" userId="ff3b7671-119d-43fa-96a1-bc04123c0a64" providerId="ADAL" clId="{73F1257B-B696-550F-A745-147F59F59EE9}" dt="2025-10-29T22:01:20.366" v="3631"/>
          <ac:spMkLst>
            <pc:docMk/>
            <pc:sldMk cId="3990627986" sldId="462"/>
            <ac:spMk id="42" creationId="{EE1680CC-24BD-FCE6-D606-4E0D7D96E7B5}"/>
          </ac:spMkLst>
        </pc:spChg>
        <pc:spChg chg="del">
          <ac:chgData name="Orlando Timmerman" userId="ff3b7671-119d-43fa-96a1-bc04123c0a64" providerId="ADAL" clId="{73F1257B-B696-550F-A745-147F59F59EE9}" dt="2025-10-29T22:01:18.783" v="3629" actId="478"/>
          <ac:spMkLst>
            <pc:docMk/>
            <pc:sldMk cId="3990627986" sldId="462"/>
            <ac:spMk id="45" creationId="{1A8565A1-C294-DB02-E496-FF6C2510CA82}"/>
          </ac:spMkLst>
        </pc:spChg>
        <pc:spChg chg="add mod">
          <ac:chgData name="Orlando Timmerman" userId="ff3b7671-119d-43fa-96a1-bc04123c0a64" providerId="ADAL" clId="{73F1257B-B696-550F-A745-147F59F59EE9}" dt="2025-10-29T22:02:24.817" v="3644"/>
          <ac:spMkLst>
            <pc:docMk/>
            <pc:sldMk cId="3990627986" sldId="462"/>
            <ac:spMk id="49" creationId="{78B59509-BE46-6A43-9A67-66FC2A4F8790}"/>
          </ac:spMkLst>
        </pc:spChg>
        <pc:spChg chg="add mod">
          <ac:chgData name="Orlando Timmerman" userId="ff3b7671-119d-43fa-96a1-bc04123c0a64" providerId="ADAL" clId="{73F1257B-B696-550F-A745-147F59F59EE9}" dt="2025-10-29T22:02:24.817" v="3644"/>
          <ac:spMkLst>
            <pc:docMk/>
            <pc:sldMk cId="3990627986" sldId="462"/>
            <ac:spMk id="50" creationId="{852CEE1E-4CA6-7013-74AE-474363D70EC7}"/>
          </ac:spMkLst>
        </pc:spChg>
        <pc:spChg chg="add mod">
          <ac:chgData name="Orlando Timmerman" userId="ff3b7671-119d-43fa-96a1-bc04123c0a64" providerId="ADAL" clId="{73F1257B-B696-550F-A745-147F59F59EE9}" dt="2025-10-29T22:02:24.817" v="3644"/>
          <ac:spMkLst>
            <pc:docMk/>
            <pc:sldMk cId="3990627986" sldId="462"/>
            <ac:spMk id="51" creationId="{EF65BF69-8627-5C07-9111-930000E44345}"/>
          </ac:spMkLst>
        </pc:spChg>
        <pc:spChg chg="add mod">
          <ac:chgData name="Orlando Timmerman" userId="ff3b7671-119d-43fa-96a1-bc04123c0a64" providerId="ADAL" clId="{73F1257B-B696-550F-A745-147F59F59EE9}" dt="2025-10-29T22:02:24.817" v="3644"/>
          <ac:spMkLst>
            <pc:docMk/>
            <pc:sldMk cId="3990627986" sldId="462"/>
            <ac:spMk id="52" creationId="{C75A6434-23A2-FBA1-DBE9-BFCA9F6C6E94}"/>
          </ac:spMkLst>
        </pc:spChg>
        <pc:grpChg chg="del">
          <ac:chgData name="Orlando Timmerman" userId="ff3b7671-119d-43fa-96a1-bc04123c0a64" providerId="ADAL" clId="{73F1257B-B696-550F-A745-147F59F59EE9}" dt="2025-10-29T22:01:19.921" v="3630" actId="478"/>
          <ac:grpSpMkLst>
            <pc:docMk/>
            <pc:sldMk cId="3990627986" sldId="462"/>
            <ac:grpSpMk id="43" creationId="{6B8EC398-7A15-E48C-9763-638433E6B9F5}"/>
          </ac:grpSpMkLst>
        </pc:grpChg>
        <pc:picChg chg="del">
          <ac:chgData name="Orlando Timmerman" userId="ff3b7671-119d-43fa-96a1-bc04123c0a64" providerId="ADAL" clId="{73F1257B-B696-550F-A745-147F59F59EE9}" dt="2025-10-29T22:02:24.376" v="3643" actId="478"/>
          <ac:picMkLst>
            <pc:docMk/>
            <pc:sldMk cId="3990627986" sldId="462"/>
            <ac:picMk id="10" creationId="{0C82EE54-7503-E29E-AE12-FF86913F8C47}"/>
          </ac:picMkLst>
        </pc:picChg>
        <pc:picChg chg="mod">
          <ac:chgData name="Orlando Timmerman" userId="ff3b7671-119d-43fa-96a1-bc04123c0a64" providerId="ADAL" clId="{73F1257B-B696-550F-A745-147F59F59EE9}" dt="2025-10-29T22:01:20.366" v="3631"/>
          <ac:picMkLst>
            <pc:docMk/>
            <pc:sldMk cId="3990627986" sldId="462"/>
            <ac:picMk id="27" creationId="{C918110C-7A60-5835-3B74-ECBE237232CC}"/>
          </ac:picMkLst>
        </pc:picChg>
        <pc:picChg chg="mod">
          <ac:chgData name="Orlando Timmerman" userId="ff3b7671-119d-43fa-96a1-bc04123c0a64" providerId="ADAL" clId="{73F1257B-B696-550F-A745-147F59F59EE9}" dt="2025-10-29T22:01:20.366" v="3631"/>
          <ac:picMkLst>
            <pc:docMk/>
            <pc:sldMk cId="3990627986" sldId="462"/>
            <ac:picMk id="30" creationId="{B60D0E98-6675-E566-4EEE-18905EE94EF8}"/>
          </ac:picMkLst>
        </pc:picChg>
        <pc:picChg chg="mod">
          <ac:chgData name="Orlando Timmerman" userId="ff3b7671-119d-43fa-96a1-bc04123c0a64" providerId="ADAL" clId="{73F1257B-B696-550F-A745-147F59F59EE9}" dt="2025-10-29T22:01:20.366" v="3631"/>
          <ac:picMkLst>
            <pc:docMk/>
            <pc:sldMk cId="3990627986" sldId="462"/>
            <ac:picMk id="31" creationId="{CD9B4A02-C899-FD57-B71D-B1A92DB8C3EA}"/>
          </ac:picMkLst>
        </pc:picChg>
        <pc:picChg chg="mod">
          <ac:chgData name="Orlando Timmerman" userId="ff3b7671-119d-43fa-96a1-bc04123c0a64" providerId="ADAL" clId="{73F1257B-B696-550F-A745-147F59F59EE9}" dt="2025-10-29T22:01:20.366" v="3631"/>
          <ac:picMkLst>
            <pc:docMk/>
            <pc:sldMk cId="3990627986" sldId="462"/>
            <ac:picMk id="37" creationId="{E3C3F3AC-C79E-5322-D42C-8FD7C49C0FED}"/>
          </ac:picMkLst>
        </pc:picChg>
        <pc:picChg chg="add mod">
          <ac:chgData name="Orlando Timmerman" userId="ff3b7671-119d-43fa-96a1-bc04123c0a64" providerId="ADAL" clId="{73F1257B-B696-550F-A745-147F59F59EE9}" dt="2025-10-29T22:01:20.366" v="3631"/>
          <ac:picMkLst>
            <pc:docMk/>
            <pc:sldMk cId="3990627986" sldId="462"/>
            <ac:picMk id="44" creationId="{E7FD2A6A-5D7E-8BEA-578B-18BB9EA924AF}"/>
          </ac:picMkLst>
        </pc:picChg>
        <pc:picChg chg="add mod">
          <ac:chgData name="Orlando Timmerman" userId="ff3b7671-119d-43fa-96a1-bc04123c0a64" providerId="ADAL" clId="{73F1257B-B696-550F-A745-147F59F59EE9}" dt="2025-10-29T22:01:20.366" v="3631"/>
          <ac:picMkLst>
            <pc:docMk/>
            <pc:sldMk cId="3990627986" sldId="462"/>
            <ac:picMk id="46" creationId="{A6A19F90-3434-C284-4B33-19DD16FCD166}"/>
          </ac:picMkLst>
        </pc:picChg>
        <pc:picChg chg="add mod">
          <ac:chgData name="Orlando Timmerman" userId="ff3b7671-119d-43fa-96a1-bc04123c0a64" providerId="ADAL" clId="{73F1257B-B696-550F-A745-147F59F59EE9}" dt="2025-10-29T22:02:24.817" v="3644"/>
          <ac:picMkLst>
            <pc:docMk/>
            <pc:sldMk cId="3990627986" sldId="462"/>
            <ac:picMk id="47" creationId="{FC107BFB-EBED-54DF-FA9A-4488E8A0E216}"/>
          </ac:picMkLst>
        </pc:picChg>
        <pc:picChg chg="add mod">
          <ac:chgData name="Orlando Timmerman" userId="ff3b7671-119d-43fa-96a1-bc04123c0a64" providerId="ADAL" clId="{73F1257B-B696-550F-A745-147F59F59EE9}" dt="2025-10-29T22:17:52.844" v="4602"/>
          <ac:picMkLst>
            <pc:docMk/>
            <pc:sldMk cId="3990627986" sldId="462"/>
            <ac:picMk id="53" creationId="{FCE96E72-4813-7311-44F2-62F8C40080F7}"/>
          </ac:picMkLst>
        </pc:picChg>
        <pc:cxnChg chg="del">
          <ac:chgData name="Orlando Timmerman" userId="ff3b7671-119d-43fa-96a1-bc04123c0a64" providerId="ADAL" clId="{73F1257B-B696-550F-A745-147F59F59EE9}" dt="2025-10-29T22:02:24.376" v="3643" actId="478"/>
          <ac:cxnSpMkLst>
            <pc:docMk/>
            <pc:sldMk cId="3990627986" sldId="462"/>
            <ac:cxnSpMk id="32" creationId="{B157F585-1F87-F1F2-4E0A-80722E1A0CA3}"/>
          </ac:cxnSpMkLst>
        </pc:cxnChg>
        <pc:cxnChg chg="add mod">
          <ac:chgData name="Orlando Timmerman" userId="ff3b7671-119d-43fa-96a1-bc04123c0a64" providerId="ADAL" clId="{73F1257B-B696-550F-A745-147F59F59EE9}" dt="2025-10-29T22:02:24.817" v="3644"/>
          <ac:cxnSpMkLst>
            <pc:docMk/>
            <pc:sldMk cId="3990627986" sldId="462"/>
            <ac:cxnSpMk id="48" creationId="{B2146D12-3A26-45FE-E289-66B726E06C20}"/>
          </ac:cxnSpMkLst>
        </pc:cxnChg>
      </pc:sldChg>
      <pc:sldChg chg="addSp delSp modSp add mod delAnim modNotesTx">
        <pc:chgData name="Orlando Timmerman" userId="ff3b7671-119d-43fa-96a1-bc04123c0a64" providerId="ADAL" clId="{73F1257B-B696-550F-A745-147F59F59EE9}" dt="2025-10-30T12:45:10.693" v="4627" actId="478"/>
        <pc:sldMkLst>
          <pc:docMk/>
          <pc:sldMk cId="3938943258" sldId="463"/>
        </pc:sldMkLst>
        <pc:spChg chg="add mod">
          <ac:chgData name="Orlando Timmerman" userId="ff3b7671-119d-43fa-96a1-bc04123c0a64" providerId="ADAL" clId="{73F1257B-B696-550F-A745-147F59F59EE9}" dt="2025-10-29T22:03:25.139" v="3659"/>
          <ac:spMkLst>
            <pc:docMk/>
            <pc:sldMk cId="3938943258" sldId="463"/>
            <ac:spMk id="2" creationId="{7D72AEA7-03F1-611C-C5D8-2EF5B5DE690A}"/>
          </ac:spMkLst>
        </pc:spChg>
        <pc:spChg chg="mod">
          <ac:chgData name="Orlando Timmerman" userId="ff3b7671-119d-43fa-96a1-bc04123c0a64" providerId="ADAL" clId="{73F1257B-B696-550F-A745-147F59F59EE9}" dt="2025-10-29T22:03:25.139" v="3659"/>
          <ac:spMkLst>
            <pc:docMk/>
            <pc:sldMk cId="3938943258" sldId="463"/>
            <ac:spMk id="4" creationId="{10C5449A-051F-4D9F-B893-57AFB5A1006F}"/>
          </ac:spMkLst>
        </pc:spChg>
        <pc:spChg chg="mod">
          <ac:chgData name="Orlando Timmerman" userId="ff3b7671-119d-43fa-96a1-bc04123c0a64" providerId="ADAL" clId="{73F1257B-B696-550F-A745-147F59F59EE9}" dt="2025-10-29T22:03:25.139" v="3659"/>
          <ac:spMkLst>
            <pc:docMk/>
            <pc:sldMk cId="3938943258" sldId="463"/>
            <ac:spMk id="5" creationId="{B051239E-7153-A0C2-83D5-EA5D74FF1543}"/>
          </ac:spMkLst>
        </pc:spChg>
        <pc:spChg chg="add mod">
          <ac:chgData name="Orlando Timmerman" userId="ff3b7671-119d-43fa-96a1-bc04123c0a64" providerId="ADAL" clId="{73F1257B-B696-550F-A745-147F59F59EE9}" dt="2025-10-29T22:04:56.005" v="3923" actId="20577"/>
          <ac:spMkLst>
            <pc:docMk/>
            <pc:sldMk cId="3938943258" sldId="463"/>
            <ac:spMk id="6" creationId="{751E1FCA-8E28-00D0-593B-D0B014E1A1C5}"/>
          </ac:spMkLst>
        </pc:spChg>
        <pc:spChg chg="add del mod">
          <ac:chgData name="Orlando Timmerman" userId="ff3b7671-119d-43fa-96a1-bc04123c0a64" providerId="ADAL" clId="{73F1257B-B696-550F-A745-147F59F59EE9}" dt="2025-10-30T12:45:10.693" v="4627" actId="478"/>
          <ac:spMkLst>
            <pc:docMk/>
            <pc:sldMk cId="3938943258" sldId="463"/>
            <ac:spMk id="7" creationId="{3554022F-7704-63FD-4232-AAEBFA4A58C5}"/>
          </ac:spMkLst>
        </pc:spChg>
        <pc:spChg chg="add del mod">
          <ac:chgData name="Orlando Timmerman" userId="ff3b7671-119d-43fa-96a1-bc04123c0a64" providerId="ADAL" clId="{73F1257B-B696-550F-A745-147F59F59EE9}" dt="2025-10-30T12:45:10.693" v="4627" actId="478"/>
          <ac:spMkLst>
            <pc:docMk/>
            <pc:sldMk cId="3938943258" sldId="463"/>
            <ac:spMk id="9" creationId="{5404482D-8865-7439-2FD9-B9CB4261E53C}"/>
          </ac:spMkLst>
        </pc:spChg>
        <pc:spChg chg="add mod">
          <ac:chgData name="Orlando Timmerman" userId="ff3b7671-119d-43fa-96a1-bc04123c0a64" providerId="ADAL" clId="{73F1257B-B696-550F-A745-147F59F59EE9}" dt="2025-10-29T22:04:17.468" v="3755" actId="1076"/>
          <ac:spMkLst>
            <pc:docMk/>
            <pc:sldMk cId="3938943258" sldId="463"/>
            <ac:spMk id="10" creationId="{FAD1E858-4DF8-75E5-637E-2C9F8B38DB7A}"/>
          </ac:spMkLst>
        </pc:spChg>
        <pc:spChg chg="del">
          <ac:chgData name="Orlando Timmerman" userId="ff3b7671-119d-43fa-96a1-bc04123c0a64" providerId="ADAL" clId="{73F1257B-B696-550F-A745-147F59F59EE9}" dt="2025-10-29T22:03:24.780" v="3658" actId="478"/>
          <ac:spMkLst>
            <pc:docMk/>
            <pc:sldMk cId="3938943258" sldId="463"/>
            <ac:spMk id="30" creationId="{9648EACB-1648-6A07-66E8-D3D7876FAEBC}"/>
          </ac:spMkLst>
        </pc:spChg>
        <pc:spChg chg="del">
          <ac:chgData name="Orlando Timmerman" userId="ff3b7671-119d-43fa-96a1-bc04123c0a64" providerId="ADAL" clId="{73F1257B-B696-550F-A745-147F59F59EE9}" dt="2025-10-29T22:03:24.780" v="3658" actId="478"/>
          <ac:spMkLst>
            <pc:docMk/>
            <pc:sldMk cId="3938943258" sldId="463"/>
            <ac:spMk id="31" creationId="{9E382A3E-B07D-D53C-E780-B1B22EAFF937}"/>
          </ac:spMkLst>
        </pc:spChg>
        <pc:spChg chg="del">
          <ac:chgData name="Orlando Timmerman" userId="ff3b7671-119d-43fa-96a1-bc04123c0a64" providerId="ADAL" clId="{73F1257B-B696-550F-A745-147F59F59EE9}" dt="2025-10-29T22:03:24.780" v="3658" actId="478"/>
          <ac:spMkLst>
            <pc:docMk/>
            <pc:sldMk cId="3938943258" sldId="463"/>
            <ac:spMk id="35" creationId="{5E12C174-7679-FD1A-7EE4-53A49A8B89FB}"/>
          </ac:spMkLst>
        </pc:spChg>
        <pc:grpChg chg="add mod">
          <ac:chgData name="Orlando Timmerman" userId="ff3b7671-119d-43fa-96a1-bc04123c0a64" providerId="ADAL" clId="{73F1257B-B696-550F-A745-147F59F59EE9}" dt="2025-10-29T22:03:25.139" v="3659"/>
          <ac:grpSpMkLst>
            <pc:docMk/>
            <pc:sldMk cId="3938943258" sldId="463"/>
            <ac:grpSpMk id="3" creationId="{CBAF6078-EBB6-20C9-51E7-91BBCD32BDC8}"/>
          </ac:grpSpMkLst>
        </pc:grpChg>
        <pc:picChg chg="add mod">
          <ac:chgData name="Orlando Timmerman" userId="ff3b7671-119d-43fa-96a1-bc04123c0a64" providerId="ADAL" clId="{73F1257B-B696-550F-A745-147F59F59EE9}" dt="2025-10-29T22:18:09.110" v="4607" actId="14826"/>
          <ac:picMkLst>
            <pc:docMk/>
            <pc:sldMk cId="3938943258" sldId="463"/>
            <ac:picMk id="11" creationId="{12FA5812-E822-775F-CCFC-04F970A0B6FB}"/>
          </ac:picMkLst>
        </pc:picChg>
        <pc:picChg chg="del">
          <ac:chgData name="Orlando Timmerman" userId="ff3b7671-119d-43fa-96a1-bc04123c0a64" providerId="ADAL" clId="{73F1257B-B696-550F-A745-147F59F59EE9}" dt="2025-10-29T22:03:23.418" v="3657" actId="478"/>
          <ac:picMkLst>
            <pc:docMk/>
            <pc:sldMk cId="3938943258" sldId="463"/>
            <ac:picMk id="25" creationId="{E386CA31-E6D4-393A-4EC1-B028F5C7A62C}"/>
          </ac:picMkLst>
        </pc:picChg>
        <pc:picChg chg="del">
          <ac:chgData name="Orlando Timmerman" userId="ff3b7671-119d-43fa-96a1-bc04123c0a64" providerId="ADAL" clId="{73F1257B-B696-550F-A745-147F59F59EE9}" dt="2025-10-29T22:03:23.418" v="3657" actId="478"/>
          <ac:picMkLst>
            <pc:docMk/>
            <pc:sldMk cId="3938943258" sldId="463"/>
            <ac:picMk id="26" creationId="{1E051268-3F02-392D-E7B0-875D983BD734}"/>
          </ac:picMkLst>
        </pc:picChg>
      </pc:sldChg>
      <pc:sldChg chg="addSp delSp modSp add mod delAnim modAnim modNotesTx">
        <pc:chgData name="Orlando Timmerman" userId="ff3b7671-119d-43fa-96a1-bc04123c0a64" providerId="ADAL" clId="{73F1257B-B696-550F-A745-147F59F59EE9}" dt="2025-10-29T22:17:29.342" v="4596"/>
        <pc:sldMkLst>
          <pc:docMk/>
          <pc:sldMk cId="4115666272" sldId="464"/>
        </pc:sldMkLst>
        <pc:spChg chg="add del mod">
          <ac:chgData name="Orlando Timmerman" userId="ff3b7671-119d-43fa-96a1-bc04123c0a64" providerId="ADAL" clId="{73F1257B-B696-550F-A745-147F59F59EE9}" dt="2025-10-29T22:12:39.664" v="4480" actId="478"/>
          <ac:spMkLst>
            <pc:docMk/>
            <pc:sldMk cId="4115666272" sldId="464"/>
            <ac:spMk id="3" creationId="{3A80145B-DA3B-9160-EA23-7F110CBAABDF}"/>
          </ac:spMkLst>
        </pc:spChg>
        <pc:spChg chg="add mod">
          <ac:chgData name="Orlando Timmerman" userId="ff3b7671-119d-43fa-96a1-bc04123c0a64" providerId="ADAL" clId="{73F1257B-B696-550F-A745-147F59F59EE9}" dt="2025-10-29T22:15:49.816" v="4586" actId="20577"/>
          <ac:spMkLst>
            <pc:docMk/>
            <pc:sldMk cId="4115666272" sldId="464"/>
            <ac:spMk id="6" creationId="{753A746D-3775-184F-2FC0-83A8E5355A1D}"/>
          </ac:spMkLst>
        </pc:spChg>
        <pc:spChg chg="add mod">
          <ac:chgData name="Orlando Timmerman" userId="ff3b7671-119d-43fa-96a1-bc04123c0a64" providerId="ADAL" clId="{73F1257B-B696-550F-A745-147F59F59EE9}" dt="2025-10-29T22:14:02.380" v="4525" actId="1076"/>
          <ac:spMkLst>
            <pc:docMk/>
            <pc:sldMk cId="4115666272" sldId="464"/>
            <ac:spMk id="7" creationId="{394E7158-FDDF-2631-2F24-4BD98B419CD0}"/>
          </ac:spMkLst>
        </pc:spChg>
        <pc:spChg chg="del mod">
          <ac:chgData name="Orlando Timmerman" userId="ff3b7671-119d-43fa-96a1-bc04123c0a64" providerId="ADAL" clId="{73F1257B-B696-550F-A745-147F59F59EE9}" dt="2025-10-29T22:12:14.433" v="4478" actId="478"/>
          <ac:spMkLst>
            <pc:docMk/>
            <pc:sldMk cId="4115666272" sldId="464"/>
            <ac:spMk id="9" creationId="{12293E4B-88AA-56E2-7E34-C9A6B3CC3DC5}"/>
          </ac:spMkLst>
        </pc:spChg>
        <pc:spChg chg="add mod">
          <ac:chgData name="Orlando Timmerman" userId="ff3b7671-119d-43fa-96a1-bc04123c0a64" providerId="ADAL" clId="{73F1257B-B696-550F-A745-147F59F59EE9}" dt="2025-10-29T22:14:26.971" v="4532" actId="14100"/>
          <ac:spMkLst>
            <pc:docMk/>
            <pc:sldMk cId="4115666272" sldId="464"/>
            <ac:spMk id="11" creationId="{9D02BA59-276C-1945-DBD3-EFCE40EB6C3D}"/>
          </ac:spMkLst>
        </pc:spChg>
        <pc:spChg chg="add mod">
          <ac:chgData name="Orlando Timmerman" userId="ff3b7671-119d-43fa-96a1-bc04123c0a64" providerId="ADAL" clId="{73F1257B-B696-550F-A745-147F59F59EE9}" dt="2025-10-29T22:14:19.334" v="4531" actId="1076"/>
          <ac:spMkLst>
            <pc:docMk/>
            <pc:sldMk cId="4115666272" sldId="464"/>
            <ac:spMk id="13" creationId="{D2DB4E90-FA39-AA89-13E1-163186CD6726}"/>
          </ac:spMkLst>
        </pc:spChg>
        <pc:spChg chg="add del mod">
          <ac:chgData name="Orlando Timmerman" userId="ff3b7671-119d-43fa-96a1-bc04123c0a64" providerId="ADAL" clId="{73F1257B-B696-550F-A745-147F59F59EE9}" dt="2025-10-29T22:14:31.948" v="4534" actId="478"/>
          <ac:spMkLst>
            <pc:docMk/>
            <pc:sldMk cId="4115666272" sldId="464"/>
            <ac:spMk id="14" creationId="{052ECB8F-757B-8219-423D-0D311ED379D3}"/>
          </ac:spMkLst>
        </pc:spChg>
        <pc:spChg chg="add mod">
          <ac:chgData name="Orlando Timmerman" userId="ff3b7671-119d-43fa-96a1-bc04123c0a64" providerId="ADAL" clId="{73F1257B-B696-550F-A745-147F59F59EE9}" dt="2025-10-29T22:14:37.595" v="4536" actId="1076"/>
          <ac:spMkLst>
            <pc:docMk/>
            <pc:sldMk cId="4115666272" sldId="464"/>
            <ac:spMk id="15" creationId="{A95CD090-C47C-8E94-6AB3-DADC7059ABAC}"/>
          </ac:spMkLst>
        </pc:spChg>
        <pc:picChg chg="del">
          <ac:chgData name="Orlando Timmerman" userId="ff3b7671-119d-43fa-96a1-bc04123c0a64" providerId="ADAL" clId="{73F1257B-B696-550F-A745-147F59F59EE9}" dt="2025-10-29T22:17:29.037" v="4595" actId="478"/>
          <ac:picMkLst>
            <pc:docMk/>
            <pc:sldMk cId="4115666272" sldId="464"/>
            <ac:picMk id="4" creationId="{D8D070A0-166C-71A8-4C0E-86FD1B388930}"/>
          </ac:picMkLst>
        </pc:picChg>
        <pc:picChg chg="add mod">
          <ac:chgData name="Orlando Timmerman" userId="ff3b7671-119d-43fa-96a1-bc04123c0a64" providerId="ADAL" clId="{73F1257B-B696-550F-A745-147F59F59EE9}" dt="2025-10-29T22:17:29.342" v="4596"/>
          <ac:picMkLst>
            <pc:docMk/>
            <pc:sldMk cId="4115666272" sldId="464"/>
            <ac:picMk id="16" creationId="{F16F26AB-F7D9-0950-52E3-864C291EA4BE}"/>
          </ac:picMkLst>
        </pc:picChg>
        <pc:picChg chg="del mod">
          <ac:chgData name="Orlando Timmerman" userId="ff3b7671-119d-43fa-96a1-bc04123c0a64" providerId="ADAL" clId="{73F1257B-B696-550F-A745-147F59F59EE9}" dt="2025-10-29T22:12:14.433" v="4478" actId="478"/>
          <ac:picMkLst>
            <pc:docMk/>
            <pc:sldMk cId="4115666272" sldId="464"/>
            <ac:picMk id="5122" creationId="{82AC7C43-EA0F-80F5-6A87-3A8340036130}"/>
          </ac:picMkLst>
        </pc:picChg>
      </pc:sldChg>
      <pc:sldChg chg="add modAnim">
        <pc:chgData name="Orlando Timmerman" userId="ff3b7671-119d-43fa-96a1-bc04123c0a64" providerId="ADAL" clId="{73F1257B-B696-550F-A745-147F59F59EE9}" dt="2025-10-30T12:44:47.746" v="4626"/>
        <pc:sldMkLst>
          <pc:docMk/>
          <pc:sldMk cId="4134592172" sldId="4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33159C-EC10-4A41-9287-C10B690F4AA8}" type="datetimeFigureOut">
              <a:rPr lang="en-US" smtClean="0"/>
              <a:t>10/30/25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6ABC2F-2CE2-184C-B00B-69277B794499}" type="slidenum">
              <a:rPr lang="en-US" smtClean="0"/>
              <a:t>‹#›</a:t>
            </a:fld>
            <a:endParaRPr lang="en-US"/>
          </a:p>
        </p:txBody>
      </p:sp>
    </p:spTree>
    <p:extLst>
      <p:ext uri="{BB962C8B-B14F-4D97-AF65-F5344CB8AC3E}">
        <p14:creationId xmlns:p14="http://schemas.microsoft.com/office/powerpoint/2010/main" val="8009347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3AFE4-417A-9D7B-4BBE-745AFEE977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9A1E0B-CD22-92D8-0567-7966C7BDFF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38403C-542E-8E31-41BB-E821B263CD0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37EDC5E-E6A7-CE32-FE49-67F53F291B94}"/>
              </a:ext>
            </a:extLst>
          </p:cNvPr>
          <p:cNvSpPr>
            <a:spLocks noGrp="1"/>
          </p:cNvSpPr>
          <p:nvPr>
            <p:ph type="sldNum" sz="quarter" idx="5"/>
          </p:nvPr>
        </p:nvSpPr>
        <p:spPr/>
        <p:txBody>
          <a:bodyPr/>
          <a:lstStyle/>
          <a:p>
            <a:fld id="{9B6ABC2F-2CE2-184C-B00B-69277B794499}" type="slidenum">
              <a:rPr lang="en-US" smtClean="0"/>
              <a:t>1</a:t>
            </a:fld>
            <a:endParaRPr lang="en-US"/>
          </a:p>
        </p:txBody>
      </p:sp>
    </p:spTree>
    <p:extLst>
      <p:ext uri="{BB962C8B-B14F-4D97-AF65-F5344CB8AC3E}">
        <p14:creationId xmlns:p14="http://schemas.microsoft.com/office/powerpoint/2010/main" val="21127469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BFDB3-D8F0-28C3-7001-83D4973CF3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580567-B4D8-8DE4-7C9A-B721BD8304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F0E0B3-D32C-0CF5-E2BE-36903DE61A4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2BCEB38-5B41-4699-2973-B0ED19EA07CC}"/>
              </a:ext>
            </a:extLst>
          </p:cNvPr>
          <p:cNvSpPr>
            <a:spLocks noGrp="1"/>
          </p:cNvSpPr>
          <p:nvPr>
            <p:ph type="sldNum" sz="quarter" idx="5"/>
          </p:nvPr>
        </p:nvSpPr>
        <p:spPr/>
        <p:txBody>
          <a:bodyPr/>
          <a:lstStyle/>
          <a:p>
            <a:fld id="{9B6ABC2F-2CE2-184C-B00B-69277B794499}" type="slidenum">
              <a:rPr lang="en-US" smtClean="0"/>
              <a:t>2</a:t>
            </a:fld>
            <a:endParaRPr lang="en-US"/>
          </a:p>
        </p:txBody>
      </p:sp>
    </p:spTree>
    <p:extLst>
      <p:ext uri="{BB962C8B-B14F-4D97-AF65-F5344CB8AC3E}">
        <p14:creationId xmlns:p14="http://schemas.microsoft.com/office/powerpoint/2010/main" val="24209043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C4C29-95D7-9252-B39C-846318CBC9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7D2421-E514-D6C3-A0FC-DECED3596B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734531-145E-4054-3AAA-BF4A7769ECC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797A32D-5027-B123-C022-BA13037ADB9E}"/>
              </a:ext>
            </a:extLst>
          </p:cNvPr>
          <p:cNvSpPr>
            <a:spLocks noGrp="1"/>
          </p:cNvSpPr>
          <p:nvPr>
            <p:ph type="sldNum" sz="quarter" idx="5"/>
          </p:nvPr>
        </p:nvSpPr>
        <p:spPr/>
        <p:txBody>
          <a:bodyPr/>
          <a:lstStyle/>
          <a:p>
            <a:fld id="{9B6ABC2F-2CE2-184C-B00B-69277B794499}" type="slidenum">
              <a:rPr lang="en-US" smtClean="0"/>
              <a:t>3</a:t>
            </a:fld>
            <a:endParaRPr lang="en-US"/>
          </a:p>
        </p:txBody>
      </p:sp>
    </p:spTree>
    <p:extLst>
      <p:ext uri="{BB962C8B-B14F-4D97-AF65-F5344CB8AC3E}">
        <p14:creationId xmlns:p14="http://schemas.microsoft.com/office/powerpoint/2010/main" val="5301925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E8B50-F8C4-C899-7E28-EEEDA93214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96C48B-95DA-DDAB-2FF0-CC53C83535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2FC846-5B7C-347F-9221-524184A41F87}"/>
              </a:ext>
            </a:extLst>
          </p:cNvPr>
          <p:cNvSpPr>
            <a:spLocks noGrp="1"/>
          </p:cNvSpPr>
          <p:nvPr>
            <p:ph type="body" idx="1"/>
          </p:nvPr>
        </p:nvSpPr>
        <p:spPr/>
        <p:txBody>
          <a:bodyPr/>
          <a:lstStyle/>
          <a:p>
            <a:pPr marL="285750" indent="-285750">
              <a:buFontTx/>
              <a:buChar char="-"/>
            </a:pPr>
            <a:endParaRPr lang="en-GB" dirty="0"/>
          </a:p>
        </p:txBody>
      </p:sp>
      <p:sp>
        <p:nvSpPr>
          <p:cNvPr id="4" name="Slide Number Placeholder 3">
            <a:extLst>
              <a:ext uri="{FF2B5EF4-FFF2-40B4-BE49-F238E27FC236}">
                <a16:creationId xmlns:a16="http://schemas.microsoft.com/office/drawing/2014/main" id="{2B751FB1-5059-98A2-2497-0D091474EE2A}"/>
              </a:ext>
            </a:extLst>
          </p:cNvPr>
          <p:cNvSpPr>
            <a:spLocks noGrp="1"/>
          </p:cNvSpPr>
          <p:nvPr>
            <p:ph type="sldNum" sz="quarter" idx="5"/>
          </p:nvPr>
        </p:nvSpPr>
        <p:spPr/>
        <p:txBody>
          <a:bodyPr/>
          <a:lstStyle/>
          <a:p>
            <a:fld id="{9B6ABC2F-2CE2-184C-B00B-69277B794499}" type="slidenum">
              <a:rPr lang="en-US" smtClean="0"/>
              <a:t>4</a:t>
            </a:fld>
            <a:endParaRPr lang="en-US"/>
          </a:p>
        </p:txBody>
      </p:sp>
    </p:spTree>
    <p:extLst>
      <p:ext uri="{BB962C8B-B14F-4D97-AF65-F5344CB8AC3E}">
        <p14:creationId xmlns:p14="http://schemas.microsoft.com/office/powerpoint/2010/main" val="174741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4AFEC-48CF-DDCA-1D6C-000E5EB447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6DFCA0-7883-7E95-1418-C026E9E7C2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77B4B6-8F14-6EF0-02B1-3A2DE35167C6}"/>
              </a:ext>
            </a:extLst>
          </p:cNvPr>
          <p:cNvSpPr>
            <a:spLocks noGrp="1"/>
          </p:cNvSpPr>
          <p:nvPr>
            <p:ph type="body" idx="1"/>
          </p:nvPr>
        </p:nvSpPr>
        <p:spPr/>
        <p:txBody>
          <a:bodyPr/>
          <a:lstStyle/>
          <a:p>
            <a:pPr marL="285750" indent="-285750">
              <a:buFontTx/>
              <a:buChar char="-"/>
            </a:pPr>
            <a:r>
              <a:rPr lang="en-GB" sz="1200" b="0" i="1" kern="1200" dirty="0">
                <a:solidFill>
                  <a:schemeClr val="tx1"/>
                </a:solidFill>
                <a:effectLst/>
                <a:latin typeface="+mn-lt"/>
                <a:ea typeface="+mn-ea"/>
                <a:cs typeface="+mn-cs"/>
              </a:rPr>
              <a:t>Worldwide, approximately 1 billion people live within 100 km of reefs, many of whom are likely to derive some benefits from the ecosystem services reefs provide. More than 330 million people reside in the direct vicinity of coral reefs (within 30 km of reefs and less than 10 km from the coast), where livelihoods are most likely to depend on reefs and related resources. This number of people dependent on coral reefs is estimated to have increased by 20 percent over the last decade.</a:t>
            </a:r>
            <a:endParaRPr lang="en-GB" dirty="0"/>
          </a:p>
        </p:txBody>
      </p:sp>
      <p:sp>
        <p:nvSpPr>
          <p:cNvPr id="4" name="Slide Number Placeholder 3">
            <a:extLst>
              <a:ext uri="{FF2B5EF4-FFF2-40B4-BE49-F238E27FC236}">
                <a16:creationId xmlns:a16="http://schemas.microsoft.com/office/drawing/2014/main" id="{D6F7DD93-98CA-5131-5069-CFB543CE2A5B}"/>
              </a:ext>
            </a:extLst>
          </p:cNvPr>
          <p:cNvSpPr>
            <a:spLocks noGrp="1"/>
          </p:cNvSpPr>
          <p:nvPr>
            <p:ph type="sldNum" sz="quarter" idx="5"/>
          </p:nvPr>
        </p:nvSpPr>
        <p:spPr/>
        <p:txBody>
          <a:bodyPr/>
          <a:lstStyle/>
          <a:p>
            <a:fld id="{9B6ABC2F-2CE2-184C-B00B-69277B794499}" type="slidenum">
              <a:rPr lang="en-US" smtClean="0"/>
              <a:t>5</a:t>
            </a:fld>
            <a:endParaRPr lang="en-US"/>
          </a:p>
        </p:txBody>
      </p:sp>
    </p:spTree>
    <p:extLst>
      <p:ext uri="{BB962C8B-B14F-4D97-AF65-F5344CB8AC3E}">
        <p14:creationId xmlns:p14="http://schemas.microsoft.com/office/powerpoint/2010/main" val="2432884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119E5-413F-3594-5D04-8495092915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260F9C-7432-6DFB-7E0E-F5560D47F9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C1704-85A3-B910-1C02-C544D7C6B654}"/>
              </a:ext>
            </a:extLst>
          </p:cNvPr>
          <p:cNvSpPr>
            <a:spLocks noGrp="1"/>
          </p:cNvSpPr>
          <p:nvPr>
            <p:ph type="body" idx="1"/>
          </p:nvPr>
        </p:nvSpPr>
        <p:spPr/>
        <p:txBody>
          <a:bodyPr/>
          <a:lstStyle/>
          <a:p>
            <a:pPr marL="285750" indent="-285750">
              <a:buFontTx/>
              <a:buChar char="-"/>
            </a:pPr>
            <a:r>
              <a:rPr lang="en-GB" sz="1200" b="0" i="1" kern="1200" dirty="0">
                <a:solidFill>
                  <a:schemeClr val="tx1"/>
                </a:solidFill>
                <a:effectLst/>
                <a:latin typeface="+mn-lt"/>
                <a:ea typeface="+mn-ea"/>
                <a:cs typeface="+mn-cs"/>
              </a:rPr>
              <a:t>Worldwide, approximately 1 billion people live within 100 km of reefs, many of whom are likely to derive some benefits from the ecosystem services reefs provide. More than 330 million people reside in the direct vicinity of coral reefs (within 30 km of reefs and less than 10 km from the coast), where livelihoods are most likely to depend on reefs and related resources. This number of people dependent on coral reefs is estimated to have increased by 20 percent over the last decade.</a:t>
            </a:r>
            <a:endParaRPr lang="en-GB" dirty="0"/>
          </a:p>
        </p:txBody>
      </p:sp>
      <p:sp>
        <p:nvSpPr>
          <p:cNvPr id="4" name="Slide Number Placeholder 3">
            <a:extLst>
              <a:ext uri="{FF2B5EF4-FFF2-40B4-BE49-F238E27FC236}">
                <a16:creationId xmlns:a16="http://schemas.microsoft.com/office/drawing/2014/main" id="{E508A624-1FD3-EA66-CC36-355E764418D6}"/>
              </a:ext>
            </a:extLst>
          </p:cNvPr>
          <p:cNvSpPr>
            <a:spLocks noGrp="1"/>
          </p:cNvSpPr>
          <p:nvPr>
            <p:ph type="sldNum" sz="quarter" idx="5"/>
          </p:nvPr>
        </p:nvSpPr>
        <p:spPr/>
        <p:txBody>
          <a:bodyPr/>
          <a:lstStyle/>
          <a:p>
            <a:fld id="{9B6ABC2F-2CE2-184C-B00B-69277B794499}" type="slidenum">
              <a:rPr lang="en-US" smtClean="0"/>
              <a:t>6</a:t>
            </a:fld>
            <a:endParaRPr lang="en-US"/>
          </a:p>
        </p:txBody>
      </p:sp>
    </p:spTree>
    <p:extLst>
      <p:ext uri="{BB962C8B-B14F-4D97-AF65-F5344CB8AC3E}">
        <p14:creationId xmlns:p14="http://schemas.microsoft.com/office/powerpoint/2010/main" val="20778649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3731C-B998-7141-66A9-EE151D56A0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D5C788-3937-2870-6328-41C780B418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8CCC03-CD5F-0088-9483-57F5110E4147}"/>
              </a:ext>
            </a:extLst>
          </p:cNvPr>
          <p:cNvSpPr>
            <a:spLocks noGrp="1"/>
          </p:cNvSpPr>
          <p:nvPr>
            <p:ph type="body" idx="1"/>
          </p:nvPr>
        </p:nvSpPr>
        <p:spPr/>
        <p:txBody>
          <a:bodyPr/>
          <a:lstStyle/>
          <a:p>
            <a:pPr marL="285750" indent="-285750">
              <a:buFontTx/>
              <a:buChar char="-"/>
            </a:pPr>
            <a:r>
              <a:rPr lang="en-GB" sz="1200" b="0" i="1" kern="1200" dirty="0">
                <a:solidFill>
                  <a:schemeClr val="tx1"/>
                </a:solidFill>
                <a:effectLst/>
                <a:latin typeface="+mn-lt"/>
                <a:ea typeface="+mn-ea"/>
                <a:cs typeface="+mn-cs"/>
              </a:rPr>
              <a:t>Sri </a:t>
            </a:r>
            <a:r>
              <a:rPr lang="en-GB" sz="1200" b="0" i="1" kern="1200" dirty="0" err="1">
                <a:solidFill>
                  <a:schemeClr val="tx1"/>
                </a:solidFill>
                <a:effectLst/>
                <a:latin typeface="+mn-lt"/>
                <a:ea typeface="+mn-ea"/>
                <a:cs typeface="+mn-cs"/>
              </a:rPr>
              <a:t>lanka</a:t>
            </a:r>
            <a:endParaRPr lang="en-GB" dirty="0"/>
          </a:p>
        </p:txBody>
      </p:sp>
      <p:sp>
        <p:nvSpPr>
          <p:cNvPr id="4" name="Slide Number Placeholder 3">
            <a:extLst>
              <a:ext uri="{FF2B5EF4-FFF2-40B4-BE49-F238E27FC236}">
                <a16:creationId xmlns:a16="http://schemas.microsoft.com/office/drawing/2014/main" id="{464293FD-34AF-219F-30F8-A40EF2A00B84}"/>
              </a:ext>
            </a:extLst>
          </p:cNvPr>
          <p:cNvSpPr>
            <a:spLocks noGrp="1"/>
          </p:cNvSpPr>
          <p:nvPr>
            <p:ph type="sldNum" sz="quarter" idx="5"/>
          </p:nvPr>
        </p:nvSpPr>
        <p:spPr/>
        <p:txBody>
          <a:bodyPr/>
          <a:lstStyle/>
          <a:p>
            <a:fld id="{9B6ABC2F-2CE2-184C-B00B-69277B794499}" type="slidenum">
              <a:rPr lang="en-US" smtClean="0"/>
              <a:t>7</a:t>
            </a:fld>
            <a:endParaRPr lang="en-US"/>
          </a:p>
        </p:txBody>
      </p:sp>
    </p:spTree>
    <p:extLst>
      <p:ext uri="{BB962C8B-B14F-4D97-AF65-F5344CB8AC3E}">
        <p14:creationId xmlns:p14="http://schemas.microsoft.com/office/powerpoint/2010/main" val="41465255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BA466-285E-CF24-CD00-D810478770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8A1CAB-4579-8B3A-0AB2-46197DE75D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8F433C-759C-EBF7-5ACE-3E555C9A6129}"/>
              </a:ext>
            </a:extLst>
          </p:cNvPr>
          <p:cNvSpPr>
            <a:spLocks noGrp="1"/>
          </p:cNvSpPr>
          <p:nvPr>
            <p:ph type="body" idx="1"/>
          </p:nvPr>
        </p:nvSpPr>
        <p:spPr/>
        <p:txBody>
          <a:bodyPr/>
          <a:lstStyle/>
          <a:p>
            <a:pPr marL="285750" indent="-285750">
              <a:buFontTx/>
              <a:buChar char="-"/>
            </a:pPr>
            <a:endParaRPr lang="en-GB" dirty="0"/>
          </a:p>
        </p:txBody>
      </p:sp>
      <p:sp>
        <p:nvSpPr>
          <p:cNvPr id="4" name="Slide Number Placeholder 3">
            <a:extLst>
              <a:ext uri="{FF2B5EF4-FFF2-40B4-BE49-F238E27FC236}">
                <a16:creationId xmlns:a16="http://schemas.microsoft.com/office/drawing/2014/main" id="{35D93508-98CA-A92A-E0EB-91DDF5BB0EE7}"/>
              </a:ext>
            </a:extLst>
          </p:cNvPr>
          <p:cNvSpPr>
            <a:spLocks noGrp="1"/>
          </p:cNvSpPr>
          <p:nvPr>
            <p:ph type="sldNum" sz="quarter" idx="5"/>
          </p:nvPr>
        </p:nvSpPr>
        <p:spPr/>
        <p:txBody>
          <a:bodyPr/>
          <a:lstStyle/>
          <a:p>
            <a:fld id="{9B6ABC2F-2CE2-184C-B00B-69277B794499}" type="slidenum">
              <a:rPr lang="en-US" smtClean="0"/>
              <a:t>8</a:t>
            </a:fld>
            <a:endParaRPr lang="en-US"/>
          </a:p>
        </p:txBody>
      </p:sp>
    </p:spTree>
    <p:extLst>
      <p:ext uri="{BB962C8B-B14F-4D97-AF65-F5344CB8AC3E}">
        <p14:creationId xmlns:p14="http://schemas.microsoft.com/office/powerpoint/2010/main" val="13319916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DCFE4-2FAF-3934-ACE8-245C3E7544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F25DB7-7D2A-EC31-CB25-716115911E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67F74E-84E3-BE32-79F1-6304D370182D}"/>
              </a:ext>
            </a:extLst>
          </p:cNvPr>
          <p:cNvSpPr>
            <a:spLocks noGrp="1"/>
          </p:cNvSpPr>
          <p:nvPr>
            <p:ph type="body" idx="1"/>
          </p:nvPr>
        </p:nvSpPr>
        <p:spPr/>
        <p:txBody>
          <a:bodyPr/>
          <a:lstStyle/>
          <a:p>
            <a:pPr marL="285750" indent="-285750">
              <a:buFontTx/>
              <a:buChar char="-"/>
            </a:pPr>
            <a:endParaRPr lang="en-GB" dirty="0"/>
          </a:p>
        </p:txBody>
      </p:sp>
      <p:sp>
        <p:nvSpPr>
          <p:cNvPr id="4" name="Slide Number Placeholder 3">
            <a:extLst>
              <a:ext uri="{FF2B5EF4-FFF2-40B4-BE49-F238E27FC236}">
                <a16:creationId xmlns:a16="http://schemas.microsoft.com/office/drawing/2014/main" id="{58C95D67-A88D-3C3E-A504-DFAF2F74036F}"/>
              </a:ext>
            </a:extLst>
          </p:cNvPr>
          <p:cNvSpPr>
            <a:spLocks noGrp="1"/>
          </p:cNvSpPr>
          <p:nvPr>
            <p:ph type="sldNum" sz="quarter" idx="5"/>
          </p:nvPr>
        </p:nvSpPr>
        <p:spPr/>
        <p:txBody>
          <a:bodyPr/>
          <a:lstStyle/>
          <a:p>
            <a:fld id="{9B6ABC2F-2CE2-184C-B00B-69277B794499}" type="slidenum">
              <a:rPr lang="en-US" smtClean="0"/>
              <a:t>9</a:t>
            </a:fld>
            <a:endParaRPr lang="en-US"/>
          </a:p>
        </p:txBody>
      </p:sp>
    </p:spTree>
    <p:extLst>
      <p:ext uri="{BB962C8B-B14F-4D97-AF65-F5344CB8AC3E}">
        <p14:creationId xmlns:p14="http://schemas.microsoft.com/office/powerpoint/2010/main" val="9160366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D1642-5DEE-3969-5992-8C8BF6188F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638C09-7E8C-F6AD-0E42-A17BE98741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9914E5-731A-BD57-663F-9571194E8911}"/>
              </a:ext>
            </a:extLst>
          </p:cNvPr>
          <p:cNvSpPr>
            <a:spLocks noGrp="1"/>
          </p:cNvSpPr>
          <p:nvPr>
            <p:ph type="body" idx="1"/>
          </p:nvPr>
        </p:nvSpPr>
        <p:spPr/>
        <p:txBody>
          <a:bodyPr/>
          <a:lstStyle/>
          <a:p>
            <a:pPr marL="285750" indent="-285750">
              <a:buFontTx/>
              <a:buChar char="-"/>
            </a:pPr>
            <a:endParaRPr lang="en-GB" dirty="0"/>
          </a:p>
        </p:txBody>
      </p:sp>
      <p:sp>
        <p:nvSpPr>
          <p:cNvPr id="4" name="Slide Number Placeholder 3">
            <a:extLst>
              <a:ext uri="{FF2B5EF4-FFF2-40B4-BE49-F238E27FC236}">
                <a16:creationId xmlns:a16="http://schemas.microsoft.com/office/drawing/2014/main" id="{739ADA6C-2D1C-F662-6158-49D2D7A7CBF4}"/>
              </a:ext>
            </a:extLst>
          </p:cNvPr>
          <p:cNvSpPr>
            <a:spLocks noGrp="1"/>
          </p:cNvSpPr>
          <p:nvPr>
            <p:ph type="sldNum" sz="quarter" idx="5"/>
          </p:nvPr>
        </p:nvSpPr>
        <p:spPr/>
        <p:txBody>
          <a:bodyPr/>
          <a:lstStyle/>
          <a:p>
            <a:fld id="{9B6ABC2F-2CE2-184C-B00B-69277B794499}" type="slidenum">
              <a:rPr lang="en-US" smtClean="0"/>
              <a:t>10</a:t>
            </a:fld>
            <a:endParaRPr lang="en-US"/>
          </a:p>
        </p:txBody>
      </p:sp>
    </p:spTree>
    <p:extLst>
      <p:ext uri="{BB962C8B-B14F-4D97-AF65-F5344CB8AC3E}">
        <p14:creationId xmlns:p14="http://schemas.microsoft.com/office/powerpoint/2010/main" val="32314935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A7474-17CC-9A34-722E-82A3650955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1B7640-AD5D-FF01-AFC0-8C7530F75B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F583C2-C0BE-E290-C774-E8A1B868F111}"/>
              </a:ext>
            </a:extLst>
          </p:cNvPr>
          <p:cNvSpPr>
            <a:spLocks noGrp="1"/>
          </p:cNvSpPr>
          <p:nvPr>
            <p:ph type="body" idx="1"/>
          </p:nvPr>
        </p:nvSpPr>
        <p:spPr/>
        <p:txBody>
          <a:bodyPr/>
          <a:lstStyle/>
          <a:p>
            <a:pPr marL="285750" indent="-285750">
              <a:buFontTx/>
              <a:buChar char="-"/>
            </a:pPr>
            <a:endParaRPr lang="en-GB" dirty="0"/>
          </a:p>
        </p:txBody>
      </p:sp>
      <p:sp>
        <p:nvSpPr>
          <p:cNvPr id="4" name="Slide Number Placeholder 3">
            <a:extLst>
              <a:ext uri="{FF2B5EF4-FFF2-40B4-BE49-F238E27FC236}">
                <a16:creationId xmlns:a16="http://schemas.microsoft.com/office/drawing/2014/main" id="{6556E405-D204-A261-1C29-50AB2E069C1D}"/>
              </a:ext>
            </a:extLst>
          </p:cNvPr>
          <p:cNvSpPr>
            <a:spLocks noGrp="1"/>
          </p:cNvSpPr>
          <p:nvPr>
            <p:ph type="sldNum" sz="quarter" idx="5"/>
          </p:nvPr>
        </p:nvSpPr>
        <p:spPr/>
        <p:txBody>
          <a:bodyPr/>
          <a:lstStyle/>
          <a:p>
            <a:fld id="{9B6ABC2F-2CE2-184C-B00B-69277B794499}" type="slidenum">
              <a:rPr lang="en-US" smtClean="0"/>
              <a:t>11</a:t>
            </a:fld>
            <a:endParaRPr lang="en-US"/>
          </a:p>
        </p:txBody>
      </p:sp>
    </p:spTree>
    <p:extLst>
      <p:ext uri="{BB962C8B-B14F-4D97-AF65-F5344CB8AC3E}">
        <p14:creationId xmlns:p14="http://schemas.microsoft.com/office/powerpoint/2010/main" val="11558391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67317-0856-64BA-C10F-89176D90EB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766441-360C-877D-7652-B4FF47C2A2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22830B-B702-7070-1E3C-50430B695A87}"/>
              </a:ext>
            </a:extLst>
          </p:cNvPr>
          <p:cNvSpPr>
            <a:spLocks noGrp="1"/>
          </p:cNvSpPr>
          <p:nvPr>
            <p:ph type="body" idx="1"/>
          </p:nvPr>
        </p:nvSpPr>
        <p:spPr/>
        <p:txBody>
          <a:bodyPr/>
          <a:lstStyle/>
          <a:p>
            <a:pPr marL="285750" indent="-285750">
              <a:buFontTx/>
              <a:buChar char="-"/>
            </a:pPr>
            <a:endParaRPr lang="en-GB" dirty="0"/>
          </a:p>
        </p:txBody>
      </p:sp>
      <p:sp>
        <p:nvSpPr>
          <p:cNvPr id="4" name="Slide Number Placeholder 3">
            <a:extLst>
              <a:ext uri="{FF2B5EF4-FFF2-40B4-BE49-F238E27FC236}">
                <a16:creationId xmlns:a16="http://schemas.microsoft.com/office/drawing/2014/main" id="{440234F0-4DB2-30AD-6A51-3B6B0F389457}"/>
              </a:ext>
            </a:extLst>
          </p:cNvPr>
          <p:cNvSpPr>
            <a:spLocks noGrp="1"/>
          </p:cNvSpPr>
          <p:nvPr>
            <p:ph type="sldNum" sz="quarter" idx="5"/>
          </p:nvPr>
        </p:nvSpPr>
        <p:spPr/>
        <p:txBody>
          <a:bodyPr/>
          <a:lstStyle/>
          <a:p>
            <a:fld id="{9B6ABC2F-2CE2-184C-B00B-69277B794499}" type="slidenum">
              <a:rPr lang="en-US" smtClean="0"/>
              <a:t>12</a:t>
            </a:fld>
            <a:endParaRPr lang="en-US"/>
          </a:p>
        </p:txBody>
      </p:sp>
    </p:spTree>
    <p:extLst>
      <p:ext uri="{BB962C8B-B14F-4D97-AF65-F5344CB8AC3E}">
        <p14:creationId xmlns:p14="http://schemas.microsoft.com/office/powerpoint/2010/main" val="3765200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90319-F5AD-0985-214E-4B5E38B0E6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DAEE66-BBF1-B25C-A398-3698D021C8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7C0CB4-0290-0422-A862-EE9F72379B23}"/>
              </a:ext>
            </a:extLst>
          </p:cNvPr>
          <p:cNvSpPr>
            <a:spLocks noGrp="1"/>
          </p:cNvSpPr>
          <p:nvPr>
            <p:ph type="body" idx="1"/>
          </p:nvPr>
        </p:nvSpPr>
        <p:spPr/>
        <p:txBody>
          <a:bodyPr/>
          <a:lstStyle/>
          <a:p>
            <a:pPr marL="285750" indent="-285750">
              <a:buFontTx/>
              <a:buChar char="-"/>
            </a:pPr>
            <a:r>
              <a:rPr lang="en-GB" dirty="0"/>
              <a:t>117 jurisdictions</a:t>
            </a:r>
          </a:p>
        </p:txBody>
      </p:sp>
      <p:sp>
        <p:nvSpPr>
          <p:cNvPr id="4" name="Slide Number Placeholder 3">
            <a:extLst>
              <a:ext uri="{FF2B5EF4-FFF2-40B4-BE49-F238E27FC236}">
                <a16:creationId xmlns:a16="http://schemas.microsoft.com/office/drawing/2014/main" id="{C96A2FD0-F82B-93F4-4D0C-E834CC8BA5BF}"/>
              </a:ext>
            </a:extLst>
          </p:cNvPr>
          <p:cNvSpPr>
            <a:spLocks noGrp="1"/>
          </p:cNvSpPr>
          <p:nvPr>
            <p:ph type="sldNum" sz="quarter" idx="5"/>
          </p:nvPr>
        </p:nvSpPr>
        <p:spPr/>
        <p:txBody>
          <a:bodyPr/>
          <a:lstStyle/>
          <a:p>
            <a:fld id="{9B6ABC2F-2CE2-184C-B00B-69277B794499}" type="slidenum">
              <a:rPr lang="en-US" smtClean="0"/>
              <a:t>13</a:t>
            </a:fld>
            <a:endParaRPr lang="en-US"/>
          </a:p>
        </p:txBody>
      </p:sp>
    </p:spTree>
    <p:extLst>
      <p:ext uri="{BB962C8B-B14F-4D97-AF65-F5344CB8AC3E}">
        <p14:creationId xmlns:p14="http://schemas.microsoft.com/office/powerpoint/2010/main" val="10404617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7C2C8-5131-4A86-7316-54248F70D2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D21C50-8FB7-7E43-BE94-111D34289D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371A0D-AB50-0903-8447-5EF5E0DFDC88}"/>
              </a:ext>
            </a:extLst>
          </p:cNvPr>
          <p:cNvSpPr>
            <a:spLocks noGrp="1"/>
          </p:cNvSpPr>
          <p:nvPr>
            <p:ph type="body" idx="1"/>
          </p:nvPr>
        </p:nvSpPr>
        <p:spPr/>
        <p:txBody>
          <a:bodyPr/>
          <a:lstStyle/>
          <a:p>
            <a:pPr marL="285750" indent="-285750">
              <a:buFontTx/>
              <a:buChar char="-"/>
            </a:pPr>
            <a:endParaRPr lang="en-GB" dirty="0"/>
          </a:p>
        </p:txBody>
      </p:sp>
      <p:sp>
        <p:nvSpPr>
          <p:cNvPr id="4" name="Slide Number Placeholder 3">
            <a:extLst>
              <a:ext uri="{FF2B5EF4-FFF2-40B4-BE49-F238E27FC236}">
                <a16:creationId xmlns:a16="http://schemas.microsoft.com/office/drawing/2014/main" id="{15199391-2E99-1FC8-F3F2-E5608C88A26E}"/>
              </a:ext>
            </a:extLst>
          </p:cNvPr>
          <p:cNvSpPr>
            <a:spLocks noGrp="1"/>
          </p:cNvSpPr>
          <p:nvPr>
            <p:ph type="sldNum" sz="quarter" idx="5"/>
          </p:nvPr>
        </p:nvSpPr>
        <p:spPr/>
        <p:txBody>
          <a:bodyPr/>
          <a:lstStyle/>
          <a:p>
            <a:fld id="{9B6ABC2F-2CE2-184C-B00B-69277B794499}" type="slidenum">
              <a:rPr lang="en-US" smtClean="0"/>
              <a:t>14</a:t>
            </a:fld>
            <a:endParaRPr lang="en-US"/>
          </a:p>
        </p:txBody>
      </p:sp>
    </p:spTree>
    <p:extLst>
      <p:ext uri="{BB962C8B-B14F-4D97-AF65-F5344CB8AC3E}">
        <p14:creationId xmlns:p14="http://schemas.microsoft.com/office/powerpoint/2010/main" val="9371309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E3099-0221-6C56-D160-7EE9C708C5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577B53-E6D9-8EA6-6738-7FDC337282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B15D87-16DC-6393-4789-3E722BFE85B3}"/>
              </a:ext>
            </a:extLst>
          </p:cNvPr>
          <p:cNvSpPr>
            <a:spLocks noGrp="1"/>
          </p:cNvSpPr>
          <p:nvPr>
            <p:ph type="body" idx="1"/>
          </p:nvPr>
        </p:nvSpPr>
        <p:spPr/>
        <p:txBody>
          <a:bodyPr/>
          <a:lstStyle/>
          <a:p>
            <a:pPr marL="285750" indent="-285750">
              <a:buFontTx/>
              <a:buChar char="-"/>
            </a:pPr>
            <a:r>
              <a:rPr lang="en-US" dirty="0"/>
              <a:t>Create a multivariate space where each axis is an environmental variable</a:t>
            </a:r>
          </a:p>
          <a:p>
            <a:pPr marL="285750" indent="-285750">
              <a:buFontTx/>
              <a:buChar char="-"/>
            </a:pPr>
            <a:r>
              <a:rPr lang="en-US" dirty="0"/>
              <a:t>Determine the envelope of environmental conditions at which reefs occur ('</a:t>
            </a:r>
            <a:r>
              <a:rPr lang="en-US" dirty="0" err="1"/>
              <a:t>reeference</a:t>
            </a:r>
            <a:r>
              <a:rPr lang="en-US" dirty="0"/>
              <a:t>' points)</a:t>
            </a:r>
          </a:p>
          <a:p>
            <a:pPr marL="285750" indent="-285750">
              <a:buFontTx/>
              <a:buChar char="-"/>
            </a:pPr>
            <a:r>
              <a:rPr lang="en-US" dirty="0"/>
              <a:t>Calculate the multivariate mean of those conditions, mu. Centre of the multivariate centroid</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dirty="0"/>
              <a:t>Account for the correlations between those variables through the covariance matrix</a:t>
            </a:r>
          </a:p>
          <a:p>
            <a:pPr marL="285750" indent="-285750">
              <a:buFontTx/>
              <a:buChar char="-"/>
            </a:pPr>
            <a:r>
              <a:rPr lang="en-US" dirty="0"/>
              <a:t>For each point, x with a vector of environmental conditions, can determine the distance away from the centroid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GB" dirty="0"/>
              <a:t>Higher D – more unusual, further away from optimal after considering both the spread and correlation of variables</a:t>
            </a:r>
            <a:endParaRPr lang="el-GR" dirty="0"/>
          </a:p>
          <a:p>
            <a:pPr marL="285750" indent="-285750">
              <a:buFontTx/>
              <a:buChar char="-"/>
            </a:pPr>
            <a:endParaRPr lang="en-US" dirty="0"/>
          </a:p>
          <a:p>
            <a:pPr marL="285750" indent="-285750">
              <a:buFontTx/>
              <a:buChar char="-"/>
            </a:pPr>
            <a:endParaRPr lang="en-US" dirty="0"/>
          </a:p>
          <a:p>
            <a:pPr marL="285750" indent="-285750">
              <a:buFontTx/>
              <a:buChar char="-"/>
            </a:pPr>
            <a:r>
              <a:rPr lang="en-US" dirty="0"/>
              <a:t>We turn this on its head and calculate, for any point, the probability of observing a distance as large or larger than the overall distance</a:t>
            </a:r>
          </a:p>
          <a:p>
            <a:pPr marL="285750" indent="-285750">
              <a:buFontTx/>
              <a:buChar char="-"/>
            </a:pPr>
            <a:endParaRPr lang="en-US" dirty="0"/>
          </a:p>
          <a:p>
            <a:pPr marL="285750" indent="-285750">
              <a:buFontTx/>
              <a:buChar char="-"/>
            </a:pPr>
            <a:endParaRPr lang="en-US" dirty="0"/>
          </a:p>
          <a:p>
            <a:pPr marL="285750" indent="-285750">
              <a:buFontTx/>
              <a:buChar char="-"/>
            </a:pPr>
            <a:endParaRPr lang="en-US" dirty="0"/>
          </a:p>
          <a:p>
            <a:pPr marL="285750" indent="-285750">
              <a:buFontTx/>
              <a:buChar char="-"/>
            </a:pPr>
            <a:r>
              <a:rPr lang="en-US" dirty="0"/>
              <a:t>Environmental variables are correlated i.e. their axes are not orthogonal</a:t>
            </a:r>
          </a:p>
          <a:p>
            <a:pPr marL="285750" indent="-285750">
              <a:buFontTx/>
              <a:buChar char="-"/>
            </a:pPr>
            <a:r>
              <a:rPr lang="en-US" dirty="0"/>
              <a:t>Distance between two points in multivariate space relative to the centroid (the overall mean for multivariate data, where the means from all variables intersect)</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GB" dirty="0"/>
              <a:t>This distance measures the squared distance of x from the multivariate mean </a:t>
            </a:r>
            <a:r>
              <a:rPr lang="el-GR" dirty="0"/>
              <a:t>μ, </a:t>
            </a:r>
            <a:r>
              <a:rPr lang="en-GB" b="1" dirty="0"/>
              <a:t>accounting for the shape of the data cloud</a:t>
            </a:r>
            <a:r>
              <a:rPr lang="en-GB" dirty="0"/>
              <a:t> (as defined by </a:t>
            </a:r>
            <a:r>
              <a:rPr lang="el-GR" dirty="0"/>
              <a:t>Σ\</a:t>
            </a:r>
            <a:r>
              <a:rPr lang="en-GB" dirty="0"/>
              <a:t>Sigma</a:t>
            </a:r>
            <a:r>
              <a:rPr lang="el-GR" dirty="0"/>
              <a:t>Σ).</a:t>
            </a:r>
            <a:endParaRPr lang="en-GB" dirty="0"/>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GB" dirty="0"/>
              <a:t>Higher D – more unusual, further away from optimal after considering both the spread and correlation of variables</a:t>
            </a:r>
            <a:endParaRPr lang="el-GR" dirty="0"/>
          </a:p>
          <a:p>
            <a:pPr marL="285750" indent="-285750">
              <a:buFontTx/>
              <a:buChar char="-"/>
            </a:pPr>
            <a:endParaRPr lang="en-US" dirty="0"/>
          </a:p>
          <a:p>
            <a:pPr marL="285750" indent="-285750">
              <a:buFontTx/>
              <a:buChar char="-"/>
            </a:pPr>
            <a:r>
              <a:rPr lang="en-US" dirty="0"/>
              <a:t>Assuming data has a multivariate normal distribution, the squared distances follow a chi-squared distribution with k degrees of freedom</a:t>
            </a:r>
          </a:p>
          <a:p>
            <a:pPr marL="285750" indent="-285750">
              <a:buFontTx/>
              <a:buChar char="-"/>
            </a:pPr>
            <a:r>
              <a:rPr lang="en-US" dirty="0"/>
              <a:t>P-value is the probability of observing a </a:t>
            </a:r>
            <a:r>
              <a:rPr lang="en-US" dirty="0" err="1"/>
              <a:t>Mahalanobis</a:t>
            </a:r>
            <a:r>
              <a:rPr lang="en-US" dirty="0"/>
              <a:t> distance as large or larger than D2</a:t>
            </a:r>
          </a:p>
          <a:p>
            <a:pPr marL="285750" indent="-285750">
              <a:buFontTx/>
              <a:buChar char="-"/>
            </a:pPr>
            <a:endParaRPr lang="en-US" dirty="0"/>
          </a:p>
          <a:p>
            <a:pPr marL="285750" indent="-285750">
              <a:buFontTx/>
              <a:buChar char="-"/>
            </a:pPr>
            <a:endParaRPr lang="en-US" dirty="0"/>
          </a:p>
          <a:p>
            <a:r>
              <a:rPr lang="en-GB" dirty="0"/>
              <a:t>X is a </a:t>
            </a:r>
            <a:r>
              <a:rPr lang="en-GB" b="1" dirty="0"/>
              <a:t>column vector</a:t>
            </a:r>
            <a:r>
              <a:rPr lang="en-GB" dirty="0"/>
              <a:t> of the point whose distance you are calculating.</a:t>
            </a:r>
          </a:p>
          <a:p>
            <a:r>
              <a:rPr lang="en-GB" dirty="0"/>
              <a:t>Example: if you’re measuring temperature and salinity, xxx might be [24∘C,35 PS</a:t>
            </a:r>
          </a:p>
          <a:p>
            <a:r>
              <a:rPr lang="en-GB" dirty="0"/>
              <a:t>It represents the </a:t>
            </a:r>
            <a:r>
              <a:rPr lang="en-GB" b="1" dirty="0"/>
              <a:t>environmental conditions</a:t>
            </a:r>
            <a:r>
              <a:rPr lang="en-GB" dirty="0"/>
              <a:t> or </a:t>
            </a:r>
            <a:r>
              <a:rPr lang="en-GB" b="1" dirty="0"/>
              <a:t>observations</a:t>
            </a:r>
            <a:r>
              <a:rPr lang="en-GB" dirty="0"/>
              <a:t> at a particular location or time.</a:t>
            </a:r>
          </a:p>
          <a:p>
            <a:endParaRPr lang="en-GB" dirty="0"/>
          </a:p>
          <a:p>
            <a:r>
              <a:rPr lang="en-GB" dirty="0"/>
              <a:t>This is the </a:t>
            </a:r>
            <a:r>
              <a:rPr lang="en-GB" b="1" dirty="0"/>
              <a:t>mean vector</a:t>
            </a:r>
            <a:r>
              <a:rPr lang="en-GB" dirty="0"/>
              <a:t> of the reference distribution.</a:t>
            </a:r>
          </a:p>
          <a:p>
            <a:r>
              <a:rPr lang="en-GB" dirty="0"/>
              <a:t>It’s the "centre" of the suitable environmental conditions (e.g., the mean temperature and salinity where corals are found).</a:t>
            </a:r>
          </a:p>
          <a:p>
            <a:r>
              <a:rPr lang="en-GB" dirty="0"/>
              <a:t>x−</a:t>
            </a:r>
            <a:r>
              <a:rPr lang="el-GR" dirty="0"/>
              <a:t>μ</a:t>
            </a:r>
            <a:r>
              <a:rPr lang="en-GB" dirty="0"/>
              <a:t> is the </a:t>
            </a:r>
            <a:r>
              <a:rPr lang="en-GB" b="1" dirty="0"/>
              <a:t>vector of differences</a:t>
            </a:r>
            <a:r>
              <a:rPr lang="en-GB" dirty="0"/>
              <a:t>, telling you how far xxx is from the mean in each variable.</a:t>
            </a:r>
          </a:p>
          <a:p>
            <a:endParaRPr lang="en-GB" dirty="0"/>
          </a:p>
          <a:p>
            <a:r>
              <a:rPr lang="en-GB" dirty="0"/>
              <a:t>Sigma  is the </a:t>
            </a:r>
            <a:r>
              <a:rPr lang="en-GB" b="1" dirty="0"/>
              <a:t>covariance matrix</a:t>
            </a:r>
            <a:r>
              <a:rPr lang="en-GB" dirty="0"/>
              <a:t> of the distribution.</a:t>
            </a:r>
          </a:p>
          <a:p>
            <a:r>
              <a:rPr lang="en-GB" dirty="0"/>
              <a:t>It describes the </a:t>
            </a:r>
            <a:r>
              <a:rPr lang="en-GB" b="1" dirty="0"/>
              <a:t>variability</a:t>
            </a:r>
            <a:r>
              <a:rPr lang="en-GB" dirty="0"/>
              <a:t> and </a:t>
            </a:r>
            <a:r>
              <a:rPr lang="en-GB" b="1" dirty="0"/>
              <a:t>correlation</a:t>
            </a:r>
            <a:r>
              <a:rPr lang="en-GB" dirty="0"/>
              <a:t> between your environmental variables.</a:t>
            </a:r>
          </a:p>
          <a:p>
            <a:r>
              <a:rPr lang="en-GB" dirty="0"/>
              <a:t>If your variables are uncorrelated, </a:t>
            </a:r>
            <a:r>
              <a:rPr lang="el-GR" dirty="0"/>
              <a:t>Σ\</a:t>
            </a:r>
            <a:r>
              <a:rPr lang="en-GB" dirty="0"/>
              <a:t>Sigma</a:t>
            </a:r>
            <a:r>
              <a:rPr lang="el-GR" dirty="0"/>
              <a:t>Σ </a:t>
            </a:r>
            <a:r>
              <a:rPr lang="en-GB" dirty="0"/>
              <a:t>is diagonal.</a:t>
            </a:r>
          </a:p>
          <a:p>
            <a:r>
              <a:rPr lang="en-GB" dirty="0"/>
              <a:t>If they are correlated, </a:t>
            </a:r>
            <a:r>
              <a:rPr lang="el-GR" dirty="0"/>
              <a:t>Σ\</a:t>
            </a:r>
            <a:r>
              <a:rPr lang="en-GB" dirty="0"/>
              <a:t>Sigma</a:t>
            </a:r>
            <a:r>
              <a:rPr lang="el-GR" dirty="0"/>
              <a:t>Σ </a:t>
            </a:r>
            <a:r>
              <a:rPr lang="en-GB" dirty="0"/>
              <a:t>has off-diagonal terms.</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Sima-1 This is the </a:t>
            </a:r>
            <a:r>
              <a:rPr lang="en-GB" b="1" dirty="0"/>
              <a:t>inverse covariance matrix</a:t>
            </a:r>
            <a:r>
              <a:rPr lang="en-GB" dirty="0"/>
              <a:t>, sometimes called the </a:t>
            </a:r>
            <a:r>
              <a:rPr lang="en-GB" b="1" dirty="0"/>
              <a:t>precision matrix</a:t>
            </a:r>
            <a:r>
              <a:rPr lang="en-GB" dirty="0"/>
              <a:t>.</a:t>
            </a:r>
          </a:p>
          <a:p>
            <a:r>
              <a:rPr lang="en-GB" dirty="0"/>
              <a:t>It scales and rotates the space so that distances take into account the spread and correlation of the data.</a:t>
            </a:r>
          </a:p>
          <a:p>
            <a:r>
              <a:rPr lang="en-GB" dirty="0"/>
              <a:t>A large variance in a variable → less contribution to the distance in that direction.</a:t>
            </a:r>
          </a:p>
          <a:p>
            <a:r>
              <a:rPr lang="en-GB" dirty="0"/>
              <a:t>Correlated variables → the distance adjusts for redundancy.</a:t>
            </a:r>
          </a:p>
          <a:p>
            <a:endParaRPr lang="en-GB" dirty="0"/>
          </a:p>
        </p:txBody>
      </p:sp>
      <p:sp>
        <p:nvSpPr>
          <p:cNvPr id="4" name="Slide Number Placeholder 3">
            <a:extLst>
              <a:ext uri="{FF2B5EF4-FFF2-40B4-BE49-F238E27FC236}">
                <a16:creationId xmlns:a16="http://schemas.microsoft.com/office/drawing/2014/main" id="{B7EFF16B-BCEF-3D07-67EB-B4486A77503E}"/>
              </a:ext>
            </a:extLst>
          </p:cNvPr>
          <p:cNvSpPr>
            <a:spLocks noGrp="1"/>
          </p:cNvSpPr>
          <p:nvPr>
            <p:ph type="sldNum" sz="quarter" idx="5"/>
          </p:nvPr>
        </p:nvSpPr>
        <p:spPr/>
        <p:txBody>
          <a:bodyPr/>
          <a:lstStyle/>
          <a:p>
            <a:fld id="{9B6ABC2F-2CE2-184C-B00B-69277B794499}" type="slidenum">
              <a:rPr lang="en-US" smtClean="0"/>
              <a:t>15</a:t>
            </a:fld>
            <a:endParaRPr lang="en-US"/>
          </a:p>
        </p:txBody>
      </p:sp>
    </p:spTree>
    <p:extLst>
      <p:ext uri="{BB962C8B-B14F-4D97-AF65-F5344CB8AC3E}">
        <p14:creationId xmlns:p14="http://schemas.microsoft.com/office/powerpoint/2010/main" val="13172185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E551A-8E31-586C-C9E4-448C088812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51A876-90CE-C356-8293-697D52D127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7E66AB-2C50-D66A-55C0-1A39D82F8F3C}"/>
              </a:ext>
            </a:extLst>
          </p:cNvPr>
          <p:cNvSpPr>
            <a:spLocks noGrp="1"/>
          </p:cNvSpPr>
          <p:nvPr>
            <p:ph type="body" idx="1"/>
          </p:nvPr>
        </p:nvSpPr>
        <p:spPr/>
        <p:txBody>
          <a:bodyPr/>
          <a:lstStyle/>
          <a:p>
            <a:pPr marL="285750" indent="-285750">
              <a:buFontTx/>
              <a:buChar char="-"/>
            </a:pPr>
            <a:r>
              <a:rPr lang="en-US" dirty="0"/>
              <a:t>Create a multivariate space where each axis is an environmental variable</a:t>
            </a:r>
          </a:p>
          <a:p>
            <a:pPr marL="285750" indent="-285750">
              <a:buFontTx/>
              <a:buChar char="-"/>
            </a:pPr>
            <a:r>
              <a:rPr lang="en-US" dirty="0"/>
              <a:t>Determine the envelope of environmental conditions at which reefs occur ('</a:t>
            </a:r>
            <a:r>
              <a:rPr lang="en-US" dirty="0" err="1"/>
              <a:t>reeference</a:t>
            </a:r>
            <a:r>
              <a:rPr lang="en-US" dirty="0"/>
              <a:t>' points)</a:t>
            </a:r>
          </a:p>
          <a:p>
            <a:pPr marL="285750" indent="-285750">
              <a:buFontTx/>
              <a:buChar char="-"/>
            </a:pPr>
            <a:r>
              <a:rPr lang="en-US" dirty="0"/>
              <a:t>Calculate the multivariate mean of those conditions, mu. Centre of the multivariate centroid</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dirty="0"/>
              <a:t>Account for the correlations between those variables through the covariance matrix</a:t>
            </a:r>
          </a:p>
          <a:p>
            <a:pPr marL="285750" indent="-285750">
              <a:buFontTx/>
              <a:buChar char="-"/>
            </a:pPr>
            <a:r>
              <a:rPr lang="en-US" dirty="0"/>
              <a:t>For each point, x with a vector of environmental conditions, can determine the distance away from the centroid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GB" dirty="0"/>
              <a:t>Higher D – more unusual, further away from optimal after considering both the spread and correlation of variables</a:t>
            </a:r>
            <a:endParaRPr lang="el-GR" dirty="0"/>
          </a:p>
          <a:p>
            <a:pPr marL="285750" indent="-285750">
              <a:buFontTx/>
              <a:buChar char="-"/>
            </a:pPr>
            <a:endParaRPr lang="en-US" dirty="0"/>
          </a:p>
          <a:p>
            <a:pPr marL="285750" indent="-285750">
              <a:buFontTx/>
              <a:buChar char="-"/>
            </a:pPr>
            <a:endParaRPr lang="en-US" dirty="0"/>
          </a:p>
          <a:p>
            <a:pPr marL="285750" indent="-285750">
              <a:buFontTx/>
              <a:buChar char="-"/>
            </a:pPr>
            <a:r>
              <a:rPr lang="en-US" dirty="0"/>
              <a:t>We turn this on its head and calculate, for any point, the probability of observing a distance as large or larger than the overall distance</a:t>
            </a:r>
          </a:p>
          <a:p>
            <a:pPr marL="285750" indent="-285750">
              <a:buFontTx/>
              <a:buChar char="-"/>
            </a:pPr>
            <a:endParaRPr lang="en-US" dirty="0"/>
          </a:p>
          <a:p>
            <a:pPr marL="285750" indent="-285750">
              <a:buFontTx/>
              <a:buChar char="-"/>
            </a:pPr>
            <a:endParaRPr lang="en-US" dirty="0"/>
          </a:p>
          <a:p>
            <a:pPr marL="285750" indent="-285750">
              <a:buFontTx/>
              <a:buChar char="-"/>
            </a:pPr>
            <a:endParaRPr lang="en-US" dirty="0"/>
          </a:p>
          <a:p>
            <a:pPr marL="285750" indent="-285750">
              <a:buFontTx/>
              <a:buChar char="-"/>
            </a:pPr>
            <a:r>
              <a:rPr lang="en-US" dirty="0"/>
              <a:t>Environmental variables are correlated i.e. their axes are not orthogonal</a:t>
            </a:r>
          </a:p>
          <a:p>
            <a:pPr marL="285750" indent="-285750">
              <a:buFontTx/>
              <a:buChar char="-"/>
            </a:pPr>
            <a:r>
              <a:rPr lang="en-US" dirty="0"/>
              <a:t>Distance between two points in multivariate space relative to the centroid (the overall mean for multivariate data, where the means from all variables intersect)</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GB" dirty="0"/>
              <a:t>This distance measures the squared distance of x from the multivariate mean </a:t>
            </a:r>
            <a:r>
              <a:rPr lang="el-GR" dirty="0"/>
              <a:t>μ, </a:t>
            </a:r>
            <a:r>
              <a:rPr lang="en-GB" b="1" dirty="0"/>
              <a:t>accounting for the shape of the data cloud</a:t>
            </a:r>
            <a:r>
              <a:rPr lang="en-GB" dirty="0"/>
              <a:t> (as defined by </a:t>
            </a:r>
            <a:r>
              <a:rPr lang="el-GR" dirty="0"/>
              <a:t>Σ\</a:t>
            </a:r>
            <a:r>
              <a:rPr lang="en-GB" dirty="0"/>
              <a:t>Sigma</a:t>
            </a:r>
            <a:r>
              <a:rPr lang="el-GR" dirty="0"/>
              <a:t>Σ).</a:t>
            </a:r>
            <a:endParaRPr lang="en-GB" dirty="0"/>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GB" dirty="0"/>
              <a:t>Higher D – more unusual, further away from optimal after considering both the spread and correlation of variables</a:t>
            </a:r>
            <a:endParaRPr lang="el-GR" dirty="0"/>
          </a:p>
          <a:p>
            <a:pPr marL="285750" indent="-285750">
              <a:buFontTx/>
              <a:buChar char="-"/>
            </a:pPr>
            <a:endParaRPr lang="en-US" dirty="0"/>
          </a:p>
          <a:p>
            <a:pPr marL="285750" indent="-285750">
              <a:buFontTx/>
              <a:buChar char="-"/>
            </a:pPr>
            <a:r>
              <a:rPr lang="en-US" dirty="0"/>
              <a:t>Assuming data has a multivariate normal distribution, the squared distances follow a chi-squared distribution with k degrees of freedom</a:t>
            </a:r>
          </a:p>
          <a:p>
            <a:pPr marL="285750" indent="-285750">
              <a:buFontTx/>
              <a:buChar char="-"/>
            </a:pPr>
            <a:r>
              <a:rPr lang="en-US" dirty="0"/>
              <a:t>P-value is the probability of observing a </a:t>
            </a:r>
            <a:r>
              <a:rPr lang="en-US" dirty="0" err="1"/>
              <a:t>Mahalanobis</a:t>
            </a:r>
            <a:r>
              <a:rPr lang="en-US" dirty="0"/>
              <a:t> distance as large or larger than D2</a:t>
            </a:r>
          </a:p>
          <a:p>
            <a:pPr marL="285750" indent="-285750">
              <a:buFontTx/>
              <a:buChar char="-"/>
            </a:pPr>
            <a:endParaRPr lang="en-US" dirty="0"/>
          </a:p>
          <a:p>
            <a:pPr marL="285750" indent="-285750">
              <a:buFontTx/>
              <a:buChar char="-"/>
            </a:pPr>
            <a:endParaRPr lang="en-US" dirty="0"/>
          </a:p>
          <a:p>
            <a:r>
              <a:rPr lang="en-GB" dirty="0"/>
              <a:t>X is a </a:t>
            </a:r>
            <a:r>
              <a:rPr lang="en-GB" b="1" dirty="0"/>
              <a:t>column vector</a:t>
            </a:r>
            <a:r>
              <a:rPr lang="en-GB" dirty="0"/>
              <a:t> of the point whose distance you are calculating.</a:t>
            </a:r>
          </a:p>
          <a:p>
            <a:r>
              <a:rPr lang="en-GB" dirty="0"/>
              <a:t>Example: if you’re measuring temperature and salinity, xxx might be [24∘C,35 PS</a:t>
            </a:r>
          </a:p>
          <a:p>
            <a:r>
              <a:rPr lang="en-GB" dirty="0"/>
              <a:t>It represents the </a:t>
            </a:r>
            <a:r>
              <a:rPr lang="en-GB" b="1" dirty="0"/>
              <a:t>environmental conditions</a:t>
            </a:r>
            <a:r>
              <a:rPr lang="en-GB" dirty="0"/>
              <a:t> or </a:t>
            </a:r>
            <a:r>
              <a:rPr lang="en-GB" b="1" dirty="0"/>
              <a:t>observations</a:t>
            </a:r>
            <a:r>
              <a:rPr lang="en-GB" dirty="0"/>
              <a:t> at a particular location or time.</a:t>
            </a:r>
          </a:p>
          <a:p>
            <a:endParaRPr lang="en-GB" dirty="0"/>
          </a:p>
          <a:p>
            <a:r>
              <a:rPr lang="en-GB" dirty="0"/>
              <a:t>This is the </a:t>
            </a:r>
            <a:r>
              <a:rPr lang="en-GB" b="1" dirty="0"/>
              <a:t>mean vector</a:t>
            </a:r>
            <a:r>
              <a:rPr lang="en-GB" dirty="0"/>
              <a:t> of the reference distribution.</a:t>
            </a:r>
          </a:p>
          <a:p>
            <a:r>
              <a:rPr lang="en-GB" dirty="0"/>
              <a:t>It’s the "centre" of the suitable environmental conditions (e.g., the mean temperature and salinity where corals are found).</a:t>
            </a:r>
          </a:p>
          <a:p>
            <a:r>
              <a:rPr lang="en-GB" dirty="0"/>
              <a:t>x−</a:t>
            </a:r>
            <a:r>
              <a:rPr lang="el-GR" dirty="0"/>
              <a:t>μ</a:t>
            </a:r>
            <a:r>
              <a:rPr lang="en-GB" dirty="0"/>
              <a:t> is the </a:t>
            </a:r>
            <a:r>
              <a:rPr lang="en-GB" b="1" dirty="0"/>
              <a:t>vector of differences</a:t>
            </a:r>
            <a:r>
              <a:rPr lang="en-GB" dirty="0"/>
              <a:t>, telling you how far xxx is from the mean in each variable.</a:t>
            </a:r>
          </a:p>
          <a:p>
            <a:endParaRPr lang="en-GB" dirty="0"/>
          </a:p>
          <a:p>
            <a:r>
              <a:rPr lang="en-GB" dirty="0"/>
              <a:t>Sigma  is the </a:t>
            </a:r>
            <a:r>
              <a:rPr lang="en-GB" b="1" dirty="0"/>
              <a:t>covariance matrix</a:t>
            </a:r>
            <a:r>
              <a:rPr lang="en-GB" dirty="0"/>
              <a:t> of the distribution.</a:t>
            </a:r>
          </a:p>
          <a:p>
            <a:r>
              <a:rPr lang="en-GB" dirty="0"/>
              <a:t>It describes the </a:t>
            </a:r>
            <a:r>
              <a:rPr lang="en-GB" b="1" dirty="0"/>
              <a:t>variability</a:t>
            </a:r>
            <a:r>
              <a:rPr lang="en-GB" dirty="0"/>
              <a:t> and </a:t>
            </a:r>
            <a:r>
              <a:rPr lang="en-GB" b="1" dirty="0"/>
              <a:t>correlation</a:t>
            </a:r>
            <a:r>
              <a:rPr lang="en-GB" dirty="0"/>
              <a:t> between your environmental variables.</a:t>
            </a:r>
          </a:p>
          <a:p>
            <a:r>
              <a:rPr lang="en-GB" dirty="0"/>
              <a:t>If your variables are uncorrelated, </a:t>
            </a:r>
            <a:r>
              <a:rPr lang="el-GR" dirty="0"/>
              <a:t>Σ\</a:t>
            </a:r>
            <a:r>
              <a:rPr lang="en-GB" dirty="0"/>
              <a:t>Sigma</a:t>
            </a:r>
            <a:r>
              <a:rPr lang="el-GR" dirty="0"/>
              <a:t>Σ </a:t>
            </a:r>
            <a:r>
              <a:rPr lang="en-GB" dirty="0"/>
              <a:t>is diagonal.</a:t>
            </a:r>
          </a:p>
          <a:p>
            <a:r>
              <a:rPr lang="en-GB" dirty="0"/>
              <a:t>If they are correlated, </a:t>
            </a:r>
            <a:r>
              <a:rPr lang="el-GR" dirty="0"/>
              <a:t>Σ\</a:t>
            </a:r>
            <a:r>
              <a:rPr lang="en-GB" dirty="0"/>
              <a:t>Sigma</a:t>
            </a:r>
            <a:r>
              <a:rPr lang="el-GR" dirty="0"/>
              <a:t>Σ </a:t>
            </a:r>
            <a:r>
              <a:rPr lang="en-GB" dirty="0"/>
              <a:t>has off-diagonal terms.</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Sima-1 This is the </a:t>
            </a:r>
            <a:r>
              <a:rPr lang="en-GB" b="1" dirty="0"/>
              <a:t>inverse covariance matrix</a:t>
            </a:r>
            <a:r>
              <a:rPr lang="en-GB" dirty="0"/>
              <a:t>, sometimes called the </a:t>
            </a:r>
            <a:r>
              <a:rPr lang="en-GB" b="1" dirty="0"/>
              <a:t>precision matrix</a:t>
            </a:r>
            <a:r>
              <a:rPr lang="en-GB" dirty="0"/>
              <a:t>.</a:t>
            </a:r>
          </a:p>
          <a:p>
            <a:r>
              <a:rPr lang="en-GB" dirty="0"/>
              <a:t>It scales and rotates the space so that distances take into account the spread and correlation of the data.</a:t>
            </a:r>
          </a:p>
          <a:p>
            <a:r>
              <a:rPr lang="en-GB" dirty="0"/>
              <a:t>A large variance in a variable → less contribution to the distance in that direction.</a:t>
            </a:r>
          </a:p>
          <a:p>
            <a:r>
              <a:rPr lang="en-GB" dirty="0"/>
              <a:t>Correlated variables → the distance adjusts for redundancy.</a:t>
            </a:r>
          </a:p>
          <a:p>
            <a:endParaRPr lang="en-GB" dirty="0"/>
          </a:p>
        </p:txBody>
      </p:sp>
      <p:sp>
        <p:nvSpPr>
          <p:cNvPr id="4" name="Slide Number Placeholder 3">
            <a:extLst>
              <a:ext uri="{FF2B5EF4-FFF2-40B4-BE49-F238E27FC236}">
                <a16:creationId xmlns:a16="http://schemas.microsoft.com/office/drawing/2014/main" id="{9054EB15-4903-CB70-B09F-4E3FFA6778F5}"/>
              </a:ext>
            </a:extLst>
          </p:cNvPr>
          <p:cNvSpPr>
            <a:spLocks noGrp="1"/>
          </p:cNvSpPr>
          <p:nvPr>
            <p:ph type="sldNum" sz="quarter" idx="5"/>
          </p:nvPr>
        </p:nvSpPr>
        <p:spPr/>
        <p:txBody>
          <a:bodyPr/>
          <a:lstStyle/>
          <a:p>
            <a:fld id="{9B6ABC2F-2CE2-184C-B00B-69277B794499}" type="slidenum">
              <a:rPr lang="en-US" smtClean="0"/>
              <a:t>16</a:t>
            </a:fld>
            <a:endParaRPr lang="en-US"/>
          </a:p>
        </p:txBody>
      </p:sp>
    </p:spTree>
    <p:extLst>
      <p:ext uri="{BB962C8B-B14F-4D97-AF65-F5344CB8AC3E}">
        <p14:creationId xmlns:p14="http://schemas.microsoft.com/office/powerpoint/2010/main" val="22154282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400D5-0DD0-E867-74F3-316C3AA5D1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AF42F1-E943-2A98-0EF9-B122A71915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01EACB-1D20-7B78-8E3B-31792FD74145}"/>
              </a:ext>
            </a:extLst>
          </p:cNvPr>
          <p:cNvSpPr>
            <a:spLocks noGrp="1"/>
          </p:cNvSpPr>
          <p:nvPr>
            <p:ph type="body" idx="1"/>
          </p:nvPr>
        </p:nvSpPr>
        <p:spPr/>
        <p:txBody>
          <a:bodyPr/>
          <a:lstStyle/>
          <a:p>
            <a:pPr marL="285750" indent="-285750">
              <a:buFontTx/>
              <a:buChar char="-"/>
            </a:pPr>
            <a:r>
              <a:rPr lang="en-US" dirty="0"/>
              <a:t>Create a multivariate space where each axis is an environmental variable</a:t>
            </a:r>
          </a:p>
          <a:p>
            <a:pPr marL="285750" indent="-285750">
              <a:buFontTx/>
              <a:buChar char="-"/>
            </a:pPr>
            <a:r>
              <a:rPr lang="en-US" dirty="0"/>
              <a:t>Determine the envelope of environmental conditions at which reefs occur ('</a:t>
            </a:r>
            <a:r>
              <a:rPr lang="en-US" dirty="0" err="1"/>
              <a:t>reeference</a:t>
            </a:r>
            <a:r>
              <a:rPr lang="en-US" dirty="0"/>
              <a:t>' points)</a:t>
            </a:r>
          </a:p>
          <a:p>
            <a:pPr marL="285750" indent="-285750">
              <a:buFontTx/>
              <a:buChar char="-"/>
            </a:pPr>
            <a:r>
              <a:rPr lang="en-US" dirty="0"/>
              <a:t>Calculate the multivariate mean of those conditions, mu. Centre of the multivariate centroid</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dirty="0"/>
              <a:t>Account for the correlations between those variables through the covariance matrix</a:t>
            </a:r>
          </a:p>
          <a:p>
            <a:pPr marL="285750" indent="-285750">
              <a:buFontTx/>
              <a:buChar char="-"/>
            </a:pPr>
            <a:r>
              <a:rPr lang="en-US" dirty="0"/>
              <a:t>For each point, x with a vector of environmental conditions, can determine the distance away from the centroid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GB" dirty="0"/>
              <a:t>Higher D – more unusual, further away from optimal after considering both the spread and correlation of variables</a:t>
            </a:r>
            <a:endParaRPr lang="el-GR" dirty="0"/>
          </a:p>
          <a:p>
            <a:pPr marL="285750" indent="-285750">
              <a:buFontTx/>
              <a:buChar char="-"/>
            </a:pPr>
            <a:endParaRPr lang="en-US" dirty="0"/>
          </a:p>
          <a:p>
            <a:pPr marL="285750" indent="-285750">
              <a:buFontTx/>
              <a:buChar char="-"/>
            </a:pPr>
            <a:endParaRPr lang="en-US" dirty="0"/>
          </a:p>
          <a:p>
            <a:pPr marL="285750" indent="-285750">
              <a:buFontTx/>
              <a:buChar char="-"/>
            </a:pPr>
            <a:r>
              <a:rPr lang="en-US" dirty="0"/>
              <a:t>We turn this on its head and calculate, for any point, the probability of observing a distance as large or larger than the overall distance</a:t>
            </a:r>
          </a:p>
          <a:p>
            <a:pPr marL="285750" indent="-285750">
              <a:buFontTx/>
              <a:buChar char="-"/>
            </a:pPr>
            <a:endParaRPr lang="en-US" dirty="0"/>
          </a:p>
          <a:p>
            <a:pPr marL="285750" indent="-285750">
              <a:buFontTx/>
              <a:buChar char="-"/>
            </a:pPr>
            <a:endParaRPr lang="en-US" dirty="0"/>
          </a:p>
          <a:p>
            <a:pPr marL="285750" indent="-285750">
              <a:buFontTx/>
              <a:buChar char="-"/>
            </a:pPr>
            <a:endParaRPr lang="en-US" dirty="0"/>
          </a:p>
          <a:p>
            <a:pPr marL="285750" indent="-285750">
              <a:buFontTx/>
              <a:buChar char="-"/>
            </a:pPr>
            <a:r>
              <a:rPr lang="en-US" dirty="0"/>
              <a:t>Environmental variables are correlated i.e. their axes are not orthogonal</a:t>
            </a:r>
          </a:p>
          <a:p>
            <a:pPr marL="285750" indent="-285750">
              <a:buFontTx/>
              <a:buChar char="-"/>
            </a:pPr>
            <a:r>
              <a:rPr lang="en-US" dirty="0"/>
              <a:t>Distance between two points in multivariate space relative to the centroid (the overall mean for multivariate data, where the means from all variables intersect)</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GB" dirty="0"/>
              <a:t>This distance measures the squared distance of x from the multivariate mean </a:t>
            </a:r>
            <a:r>
              <a:rPr lang="el-GR" dirty="0"/>
              <a:t>μ, </a:t>
            </a:r>
            <a:r>
              <a:rPr lang="en-GB" b="1" dirty="0"/>
              <a:t>accounting for the shape of the data cloud</a:t>
            </a:r>
            <a:r>
              <a:rPr lang="en-GB" dirty="0"/>
              <a:t> (as defined by </a:t>
            </a:r>
            <a:r>
              <a:rPr lang="el-GR" dirty="0"/>
              <a:t>Σ\</a:t>
            </a:r>
            <a:r>
              <a:rPr lang="en-GB" dirty="0"/>
              <a:t>Sigma</a:t>
            </a:r>
            <a:r>
              <a:rPr lang="el-GR" dirty="0"/>
              <a:t>Σ).</a:t>
            </a:r>
            <a:endParaRPr lang="en-GB" dirty="0"/>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GB" dirty="0"/>
              <a:t>Higher D – more unusual, further away from optimal after considering both the spread and correlation of variables</a:t>
            </a:r>
            <a:endParaRPr lang="el-GR" dirty="0"/>
          </a:p>
          <a:p>
            <a:pPr marL="285750" indent="-285750">
              <a:buFontTx/>
              <a:buChar char="-"/>
            </a:pPr>
            <a:endParaRPr lang="en-US" dirty="0"/>
          </a:p>
          <a:p>
            <a:pPr marL="285750" indent="-285750">
              <a:buFontTx/>
              <a:buChar char="-"/>
            </a:pPr>
            <a:r>
              <a:rPr lang="en-US" dirty="0"/>
              <a:t>Assuming data has a multivariate normal distribution, the squared distances follow a chi-squared distribution with k degrees of freedom</a:t>
            </a:r>
          </a:p>
          <a:p>
            <a:pPr marL="285750" indent="-285750">
              <a:buFontTx/>
              <a:buChar char="-"/>
            </a:pPr>
            <a:r>
              <a:rPr lang="en-US" dirty="0"/>
              <a:t>P-value is the probability of observing a </a:t>
            </a:r>
            <a:r>
              <a:rPr lang="en-US" dirty="0" err="1"/>
              <a:t>Mahalanobis</a:t>
            </a:r>
            <a:r>
              <a:rPr lang="en-US" dirty="0"/>
              <a:t> distance as large or larger than D2</a:t>
            </a:r>
          </a:p>
          <a:p>
            <a:pPr marL="285750" indent="-285750">
              <a:buFontTx/>
              <a:buChar char="-"/>
            </a:pPr>
            <a:endParaRPr lang="en-US" dirty="0"/>
          </a:p>
          <a:p>
            <a:pPr marL="285750" indent="-285750">
              <a:buFontTx/>
              <a:buChar char="-"/>
            </a:pPr>
            <a:endParaRPr lang="en-US" dirty="0"/>
          </a:p>
          <a:p>
            <a:r>
              <a:rPr lang="en-GB" dirty="0"/>
              <a:t>X is a </a:t>
            </a:r>
            <a:r>
              <a:rPr lang="en-GB" b="1" dirty="0"/>
              <a:t>column vector</a:t>
            </a:r>
            <a:r>
              <a:rPr lang="en-GB" dirty="0"/>
              <a:t> of the point whose distance you are calculating.</a:t>
            </a:r>
          </a:p>
          <a:p>
            <a:r>
              <a:rPr lang="en-GB" dirty="0"/>
              <a:t>Example: if you’re measuring temperature and salinity, xxx might be [24∘C,35 PS</a:t>
            </a:r>
          </a:p>
          <a:p>
            <a:r>
              <a:rPr lang="en-GB" dirty="0"/>
              <a:t>It represents the </a:t>
            </a:r>
            <a:r>
              <a:rPr lang="en-GB" b="1" dirty="0"/>
              <a:t>environmental conditions</a:t>
            </a:r>
            <a:r>
              <a:rPr lang="en-GB" dirty="0"/>
              <a:t> or </a:t>
            </a:r>
            <a:r>
              <a:rPr lang="en-GB" b="1" dirty="0"/>
              <a:t>observations</a:t>
            </a:r>
            <a:r>
              <a:rPr lang="en-GB" dirty="0"/>
              <a:t> at a particular location or time.</a:t>
            </a:r>
          </a:p>
          <a:p>
            <a:endParaRPr lang="en-GB" dirty="0"/>
          </a:p>
          <a:p>
            <a:r>
              <a:rPr lang="en-GB" dirty="0"/>
              <a:t>This is the </a:t>
            </a:r>
            <a:r>
              <a:rPr lang="en-GB" b="1" dirty="0"/>
              <a:t>mean vector</a:t>
            </a:r>
            <a:r>
              <a:rPr lang="en-GB" dirty="0"/>
              <a:t> of the reference distribution.</a:t>
            </a:r>
          </a:p>
          <a:p>
            <a:r>
              <a:rPr lang="en-GB" dirty="0"/>
              <a:t>It’s the "centre" of the suitable environmental conditions (e.g., the mean temperature and salinity where corals are found).</a:t>
            </a:r>
          </a:p>
          <a:p>
            <a:r>
              <a:rPr lang="en-GB" dirty="0"/>
              <a:t>x−</a:t>
            </a:r>
            <a:r>
              <a:rPr lang="el-GR" dirty="0"/>
              <a:t>μ</a:t>
            </a:r>
            <a:r>
              <a:rPr lang="en-GB" dirty="0"/>
              <a:t> is the </a:t>
            </a:r>
            <a:r>
              <a:rPr lang="en-GB" b="1" dirty="0"/>
              <a:t>vector of differences</a:t>
            </a:r>
            <a:r>
              <a:rPr lang="en-GB" dirty="0"/>
              <a:t>, telling you how far xxx is from the mean in each variable.</a:t>
            </a:r>
          </a:p>
          <a:p>
            <a:endParaRPr lang="en-GB" dirty="0"/>
          </a:p>
          <a:p>
            <a:r>
              <a:rPr lang="en-GB" dirty="0"/>
              <a:t>Sigma  is the </a:t>
            </a:r>
            <a:r>
              <a:rPr lang="en-GB" b="1" dirty="0"/>
              <a:t>covariance matrix</a:t>
            </a:r>
            <a:r>
              <a:rPr lang="en-GB" dirty="0"/>
              <a:t> of the distribution.</a:t>
            </a:r>
          </a:p>
          <a:p>
            <a:r>
              <a:rPr lang="en-GB" dirty="0"/>
              <a:t>It describes the </a:t>
            </a:r>
            <a:r>
              <a:rPr lang="en-GB" b="1" dirty="0"/>
              <a:t>variability</a:t>
            </a:r>
            <a:r>
              <a:rPr lang="en-GB" dirty="0"/>
              <a:t> and </a:t>
            </a:r>
            <a:r>
              <a:rPr lang="en-GB" b="1" dirty="0"/>
              <a:t>correlation</a:t>
            </a:r>
            <a:r>
              <a:rPr lang="en-GB" dirty="0"/>
              <a:t> between your environmental variables.</a:t>
            </a:r>
          </a:p>
          <a:p>
            <a:r>
              <a:rPr lang="en-GB" dirty="0"/>
              <a:t>If your variables are uncorrelated, </a:t>
            </a:r>
            <a:r>
              <a:rPr lang="el-GR" dirty="0"/>
              <a:t>Σ\</a:t>
            </a:r>
            <a:r>
              <a:rPr lang="en-GB" dirty="0"/>
              <a:t>Sigma</a:t>
            </a:r>
            <a:r>
              <a:rPr lang="el-GR" dirty="0"/>
              <a:t>Σ </a:t>
            </a:r>
            <a:r>
              <a:rPr lang="en-GB" dirty="0"/>
              <a:t>is diagonal.</a:t>
            </a:r>
          </a:p>
          <a:p>
            <a:r>
              <a:rPr lang="en-GB" dirty="0"/>
              <a:t>If they are correlated, </a:t>
            </a:r>
            <a:r>
              <a:rPr lang="el-GR" dirty="0"/>
              <a:t>Σ\</a:t>
            </a:r>
            <a:r>
              <a:rPr lang="en-GB" dirty="0"/>
              <a:t>Sigma</a:t>
            </a:r>
            <a:r>
              <a:rPr lang="el-GR" dirty="0"/>
              <a:t>Σ </a:t>
            </a:r>
            <a:r>
              <a:rPr lang="en-GB" dirty="0"/>
              <a:t>has off-diagonal terms.</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Sima-1 This is the </a:t>
            </a:r>
            <a:r>
              <a:rPr lang="en-GB" b="1" dirty="0"/>
              <a:t>inverse covariance matrix</a:t>
            </a:r>
            <a:r>
              <a:rPr lang="en-GB" dirty="0"/>
              <a:t>, sometimes called the </a:t>
            </a:r>
            <a:r>
              <a:rPr lang="en-GB" b="1" dirty="0"/>
              <a:t>precision matrix</a:t>
            </a:r>
            <a:r>
              <a:rPr lang="en-GB" dirty="0"/>
              <a:t>.</a:t>
            </a:r>
          </a:p>
          <a:p>
            <a:r>
              <a:rPr lang="en-GB" dirty="0"/>
              <a:t>It scales and rotates the space so that distances take into account the spread and correlation of the data.</a:t>
            </a:r>
          </a:p>
          <a:p>
            <a:r>
              <a:rPr lang="en-GB" dirty="0"/>
              <a:t>A large variance in a variable → less contribution to the distance in that direction.</a:t>
            </a:r>
          </a:p>
          <a:p>
            <a:r>
              <a:rPr lang="en-GB" dirty="0"/>
              <a:t>Correlated variables → the distance adjusts for redundancy.</a:t>
            </a:r>
          </a:p>
          <a:p>
            <a:endParaRPr lang="en-GB" dirty="0"/>
          </a:p>
        </p:txBody>
      </p:sp>
      <p:sp>
        <p:nvSpPr>
          <p:cNvPr id="4" name="Slide Number Placeholder 3">
            <a:extLst>
              <a:ext uri="{FF2B5EF4-FFF2-40B4-BE49-F238E27FC236}">
                <a16:creationId xmlns:a16="http://schemas.microsoft.com/office/drawing/2014/main" id="{43D940E3-4CEA-6312-895D-FF1802023911}"/>
              </a:ext>
            </a:extLst>
          </p:cNvPr>
          <p:cNvSpPr>
            <a:spLocks noGrp="1"/>
          </p:cNvSpPr>
          <p:nvPr>
            <p:ph type="sldNum" sz="quarter" idx="5"/>
          </p:nvPr>
        </p:nvSpPr>
        <p:spPr/>
        <p:txBody>
          <a:bodyPr/>
          <a:lstStyle/>
          <a:p>
            <a:fld id="{9B6ABC2F-2CE2-184C-B00B-69277B794499}" type="slidenum">
              <a:rPr lang="en-US" smtClean="0"/>
              <a:t>17</a:t>
            </a:fld>
            <a:endParaRPr lang="en-US"/>
          </a:p>
        </p:txBody>
      </p:sp>
    </p:spTree>
    <p:extLst>
      <p:ext uri="{BB962C8B-B14F-4D97-AF65-F5344CB8AC3E}">
        <p14:creationId xmlns:p14="http://schemas.microsoft.com/office/powerpoint/2010/main" val="33687702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83A7C-5745-5953-AAF9-83DBC1B486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0978E1-D7AE-9A11-64B5-1A5E1D7D7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225DCA-FE5F-250B-646D-3A5AA1A6422C}"/>
              </a:ext>
            </a:extLst>
          </p:cNvPr>
          <p:cNvSpPr>
            <a:spLocks noGrp="1"/>
          </p:cNvSpPr>
          <p:nvPr>
            <p:ph type="body" idx="1"/>
          </p:nvPr>
        </p:nvSpPr>
        <p:spPr/>
        <p:txBody>
          <a:bodyPr/>
          <a:lstStyle/>
          <a:p>
            <a:pPr marL="285750" indent="-285750">
              <a:buFontTx/>
              <a:buChar char="-"/>
            </a:pPr>
            <a:r>
              <a:rPr lang="en-US" dirty="0"/>
              <a:t>Create a multivariate space where each axis is an environmental variable</a:t>
            </a:r>
          </a:p>
          <a:p>
            <a:pPr marL="285750" indent="-285750">
              <a:buFontTx/>
              <a:buChar char="-"/>
            </a:pPr>
            <a:r>
              <a:rPr lang="en-US" dirty="0"/>
              <a:t>Determine the envelope of environmental conditions at which reefs occur ('</a:t>
            </a:r>
            <a:r>
              <a:rPr lang="en-US" dirty="0" err="1"/>
              <a:t>reeference</a:t>
            </a:r>
            <a:r>
              <a:rPr lang="en-US" dirty="0"/>
              <a:t>' points)</a:t>
            </a:r>
          </a:p>
          <a:p>
            <a:pPr marL="285750" indent="-285750">
              <a:buFontTx/>
              <a:buChar char="-"/>
            </a:pPr>
            <a:r>
              <a:rPr lang="en-US" dirty="0"/>
              <a:t>Calculate the multivariate mean of those conditions, mu. Centre of the multivariate centroid</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dirty="0"/>
              <a:t>Account for the correlations between those variables through the covariance matrix</a:t>
            </a:r>
          </a:p>
          <a:p>
            <a:pPr marL="285750" indent="-285750">
              <a:buFontTx/>
              <a:buChar char="-"/>
            </a:pPr>
            <a:r>
              <a:rPr lang="en-US" dirty="0"/>
              <a:t>For each point, x with a vector of environmental conditions, can determine the distance away from the centroid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GB" dirty="0"/>
              <a:t>Higher D – more unusual, further away from optimal after considering both the spread and correlation of variables</a:t>
            </a:r>
            <a:endParaRPr lang="el-GR" dirty="0"/>
          </a:p>
          <a:p>
            <a:pPr marL="285750" indent="-285750">
              <a:buFontTx/>
              <a:buChar char="-"/>
            </a:pPr>
            <a:endParaRPr lang="en-US" dirty="0"/>
          </a:p>
          <a:p>
            <a:pPr marL="285750" indent="-285750">
              <a:buFontTx/>
              <a:buChar char="-"/>
            </a:pPr>
            <a:endParaRPr lang="en-US" dirty="0"/>
          </a:p>
          <a:p>
            <a:pPr marL="285750" indent="-285750">
              <a:buFontTx/>
              <a:buChar char="-"/>
            </a:pPr>
            <a:r>
              <a:rPr lang="en-US" dirty="0"/>
              <a:t>We turn this on its head and calculate, for any point, the probability of observing a distance as large or larger than the overall distance</a:t>
            </a:r>
          </a:p>
          <a:p>
            <a:pPr marL="285750" indent="-285750">
              <a:buFontTx/>
              <a:buChar char="-"/>
            </a:pPr>
            <a:endParaRPr lang="en-US" dirty="0"/>
          </a:p>
          <a:p>
            <a:pPr marL="285750" indent="-285750">
              <a:buFontTx/>
              <a:buChar char="-"/>
            </a:pPr>
            <a:endParaRPr lang="en-US" dirty="0"/>
          </a:p>
          <a:p>
            <a:pPr marL="285750" indent="-285750">
              <a:buFontTx/>
              <a:buChar char="-"/>
            </a:pPr>
            <a:endParaRPr lang="en-US" dirty="0"/>
          </a:p>
          <a:p>
            <a:pPr marL="285750" indent="-285750">
              <a:buFontTx/>
              <a:buChar char="-"/>
            </a:pPr>
            <a:r>
              <a:rPr lang="en-US" dirty="0"/>
              <a:t>Environmental variables are correlated i.e. their axes are not orthogonal</a:t>
            </a:r>
          </a:p>
          <a:p>
            <a:pPr marL="285750" indent="-285750">
              <a:buFontTx/>
              <a:buChar char="-"/>
            </a:pPr>
            <a:r>
              <a:rPr lang="en-US" dirty="0"/>
              <a:t>Distance between two points in multivariate space relative to the centroid (the overall mean for multivariate data, where the means from all variables intersect)</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GB" dirty="0"/>
              <a:t>This distance measures the squared distance of x from the multivariate mean </a:t>
            </a:r>
            <a:r>
              <a:rPr lang="el-GR" dirty="0"/>
              <a:t>μ, </a:t>
            </a:r>
            <a:r>
              <a:rPr lang="en-GB" b="1" dirty="0"/>
              <a:t>accounting for the shape of the data cloud</a:t>
            </a:r>
            <a:r>
              <a:rPr lang="en-GB" dirty="0"/>
              <a:t> (as defined by </a:t>
            </a:r>
            <a:r>
              <a:rPr lang="el-GR" dirty="0"/>
              <a:t>Σ\</a:t>
            </a:r>
            <a:r>
              <a:rPr lang="en-GB" dirty="0"/>
              <a:t>Sigma</a:t>
            </a:r>
            <a:r>
              <a:rPr lang="el-GR" dirty="0"/>
              <a:t>Σ).</a:t>
            </a:r>
            <a:endParaRPr lang="en-GB" dirty="0"/>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GB" dirty="0"/>
              <a:t>Higher D – more unusual, further away from optimal after considering both the spread and correlation of variables</a:t>
            </a:r>
            <a:endParaRPr lang="el-GR" dirty="0"/>
          </a:p>
          <a:p>
            <a:pPr marL="285750" indent="-285750">
              <a:buFontTx/>
              <a:buChar char="-"/>
            </a:pPr>
            <a:endParaRPr lang="en-US" dirty="0"/>
          </a:p>
          <a:p>
            <a:pPr marL="285750" indent="-285750">
              <a:buFontTx/>
              <a:buChar char="-"/>
            </a:pPr>
            <a:r>
              <a:rPr lang="en-US" dirty="0"/>
              <a:t>Assuming data has a multivariate normal distribution, the squared distances follow a chi-squared distribution with k degrees of freedom</a:t>
            </a:r>
          </a:p>
          <a:p>
            <a:pPr marL="285750" indent="-285750">
              <a:buFontTx/>
              <a:buChar char="-"/>
            </a:pPr>
            <a:r>
              <a:rPr lang="en-US" dirty="0"/>
              <a:t>P-value is the probability of observing a </a:t>
            </a:r>
            <a:r>
              <a:rPr lang="en-US" dirty="0" err="1"/>
              <a:t>Mahalanobis</a:t>
            </a:r>
            <a:r>
              <a:rPr lang="en-US" dirty="0"/>
              <a:t> distance as large or larger than D2</a:t>
            </a:r>
          </a:p>
          <a:p>
            <a:pPr marL="285750" indent="-285750">
              <a:buFontTx/>
              <a:buChar char="-"/>
            </a:pPr>
            <a:endParaRPr lang="en-US" dirty="0"/>
          </a:p>
          <a:p>
            <a:pPr marL="285750" indent="-285750">
              <a:buFontTx/>
              <a:buChar char="-"/>
            </a:pPr>
            <a:endParaRPr lang="en-US" dirty="0"/>
          </a:p>
          <a:p>
            <a:r>
              <a:rPr lang="en-GB" dirty="0"/>
              <a:t>X is a </a:t>
            </a:r>
            <a:r>
              <a:rPr lang="en-GB" b="1" dirty="0"/>
              <a:t>column vector</a:t>
            </a:r>
            <a:r>
              <a:rPr lang="en-GB" dirty="0"/>
              <a:t> of the point whose distance you are calculating.</a:t>
            </a:r>
          </a:p>
          <a:p>
            <a:r>
              <a:rPr lang="en-GB" dirty="0"/>
              <a:t>Example: if you’re measuring temperature and salinity, xxx might be [24∘C,35 PS</a:t>
            </a:r>
          </a:p>
          <a:p>
            <a:r>
              <a:rPr lang="en-GB" dirty="0"/>
              <a:t>It represents the </a:t>
            </a:r>
            <a:r>
              <a:rPr lang="en-GB" b="1" dirty="0"/>
              <a:t>environmental conditions</a:t>
            </a:r>
            <a:r>
              <a:rPr lang="en-GB" dirty="0"/>
              <a:t> or </a:t>
            </a:r>
            <a:r>
              <a:rPr lang="en-GB" b="1" dirty="0"/>
              <a:t>observations</a:t>
            </a:r>
            <a:r>
              <a:rPr lang="en-GB" dirty="0"/>
              <a:t> at a particular location or time.</a:t>
            </a:r>
          </a:p>
          <a:p>
            <a:endParaRPr lang="en-GB" dirty="0"/>
          </a:p>
          <a:p>
            <a:r>
              <a:rPr lang="en-GB" dirty="0"/>
              <a:t>This is the </a:t>
            </a:r>
            <a:r>
              <a:rPr lang="en-GB" b="1" dirty="0"/>
              <a:t>mean vector</a:t>
            </a:r>
            <a:r>
              <a:rPr lang="en-GB" dirty="0"/>
              <a:t> of the reference distribution.</a:t>
            </a:r>
          </a:p>
          <a:p>
            <a:r>
              <a:rPr lang="en-GB" dirty="0"/>
              <a:t>It’s the "centre" of the suitable environmental conditions (e.g., the mean temperature and salinity where corals are found).</a:t>
            </a:r>
          </a:p>
          <a:p>
            <a:r>
              <a:rPr lang="en-GB" dirty="0"/>
              <a:t>x−</a:t>
            </a:r>
            <a:r>
              <a:rPr lang="el-GR" dirty="0"/>
              <a:t>μ</a:t>
            </a:r>
            <a:r>
              <a:rPr lang="en-GB" dirty="0"/>
              <a:t> is the </a:t>
            </a:r>
            <a:r>
              <a:rPr lang="en-GB" b="1" dirty="0"/>
              <a:t>vector of differences</a:t>
            </a:r>
            <a:r>
              <a:rPr lang="en-GB" dirty="0"/>
              <a:t>, telling you how far xxx is from the mean in each variable.</a:t>
            </a:r>
          </a:p>
          <a:p>
            <a:endParaRPr lang="en-GB" dirty="0"/>
          </a:p>
          <a:p>
            <a:r>
              <a:rPr lang="en-GB" dirty="0"/>
              <a:t>Sigma  is the </a:t>
            </a:r>
            <a:r>
              <a:rPr lang="en-GB" b="1" dirty="0"/>
              <a:t>covariance matrix</a:t>
            </a:r>
            <a:r>
              <a:rPr lang="en-GB" dirty="0"/>
              <a:t> of the distribution.</a:t>
            </a:r>
          </a:p>
          <a:p>
            <a:r>
              <a:rPr lang="en-GB" dirty="0"/>
              <a:t>It describes the </a:t>
            </a:r>
            <a:r>
              <a:rPr lang="en-GB" b="1" dirty="0"/>
              <a:t>variability</a:t>
            </a:r>
            <a:r>
              <a:rPr lang="en-GB" dirty="0"/>
              <a:t> and </a:t>
            </a:r>
            <a:r>
              <a:rPr lang="en-GB" b="1" dirty="0"/>
              <a:t>correlation</a:t>
            </a:r>
            <a:r>
              <a:rPr lang="en-GB" dirty="0"/>
              <a:t> between your environmental variables.</a:t>
            </a:r>
          </a:p>
          <a:p>
            <a:r>
              <a:rPr lang="en-GB" dirty="0"/>
              <a:t>If your variables are uncorrelated, </a:t>
            </a:r>
            <a:r>
              <a:rPr lang="el-GR" dirty="0"/>
              <a:t>Σ\</a:t>
            </a:r>
            <a:r>
              <a:rPr lang="en-GB" dirty="0"/>
              <a:t>Sigma</a:t>
            </a:r>
            <a:r>
              <a:rPr lang="el-GR" dirty="0"/>
              <a:t>Σ </a:t>
            </a:r>
            <a:r>
              <a:rPr lang="en-GB" dirty="0"/>
              <a:t>is diagonal.</a:t>
            </a:r>
          </a:p>
          <a:p>
            <a:r>
              <a:rPr lang="en-GB" dirty="0"/>
              <a:t>If they are correlated, </a:t>
            </a:r>
            <a:r>
              <a:rPr lang="el-GR" dirty="0"/>
              <a:t>Σ\</a:t>
            </a:r>
            <a:r>
              <a:rPr lang="en-GB" dirty="0"/>
              <a:t>Sigma</a:t>
            </a:r>
            <a:r>
              <a:rPr lang="el-GR" dirty="0"/>
              <a:t>Σ </a:t>
            </a:r>
            <a:r>
              <a:rPr lang="en-GB" dirty="0"/>
              <a:t>has off-diagonal terms.</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Sima-1 This is the </a:t>
            </a:r>
            <a:r>
              <a:rPr lang="en-GB" b="1" dirty="0"/>
              <a:t>inverse covariance matrix</a:t>
            </a:r>
            <a:r>
              <a:rPr lang="en-GB" dirty="0"/>
              <a:t>, sometimes called the </a:t>
            </a:r>
            <a:r>
              <a:rPr lang="en-GB" b="1" dirty="0"/>
              <a:t>precision matrix</a:t>
            </a:r>
            <a:r>
              <a:rPr lang="en-GB" dirty="0"/>
              <a:t>.</a:t>
            </a:r>
          </a:p>
          <a:p>
            <a:r>
              <a:rPr lang="en-GB" dirty="0"/>
              <a:t>It scales and rotates the space so that distances take into account the spread and correlation of the data.</a:t>
            </a:r>
          </a:p>
          <a:p>
            <a:r>
              <a:rPr lang="en-GB" dirty="0"/>
              <a:t>A large variance in a variable → less contribution to the distance in that direction.</a:t>
            </a:r>
          </a:p>
          <a:p>
            <a:r>
              <a:rPr lang="en-GB" dirty="0"/>
              <a:t>Correlated variables → the distance adjusts for redundancy.</a:t>
            </a:r>
          </a:p>
          <a:p>
            <a:endParaRPr lang="en-GB" dirty="0"/>
          </a:p>
        </p:txBody>
      </p:sp>
      <p:sp>
        <p:nvSpPr>
          <p:cNvPr id="4" name="Slide Number Placeholder 3">
            <a:extLst>
              <a:ext uri="{FF2B5EF4-FFF2-40B4-BE49-F238E27FC236}">
                <a16:creationId xmlns:a16="http://schemas.microsoft.com/office/drawing/2014/main" id="{5F6C38A5-798B-3658-D18D-700887148AAB}"/>
              </a:ext>
            </a:extLst>
          </p:cNvPr>
          <p:cNvSpPr>
            <a:spLocks noGrp="1"/>
          </p:cNvSpPr>
          <p:nvPr>
            <p:ph type="sldNum" sz="quarter" idx="5"/>
          </p:nvPr>
        </p:nvSpPr>
        <p:spPr/>
        <p:txBody>
          <a:bodyPr/>
          <a:lstStyle/>
          <a:p>
            <a:fld id="{9B6ABC2F-2CE2-184C-B00B-69277B794499}" type="slidenum">
              <a:rPr lang="en-US" smtClean="0"/>
              <a:t>18</a:t>
            </a:fld>
            <a:endParaRPr lang="en-US"/>
          </a:p>
        </p:txBody>
      </p:sp>
    </p:spTree>
    <p:extLst>
      <p:ext uri="{BB962C8B-B14F-4D97-AF65-F5344CB8AC3E}">
        <p14:creationId xmlns:p14="http://schemas.microsoft.com/office/powerpoint/2010/main" val="40996747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767FE-04FC-A5DC-E1F2-373286E39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2B5A2F-C497-E37B-F8E9-293BCAF471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975CC4-6BCD-6C45-001C-A46F317D810E}"/>
              </a:ext>
            </a:extLst>
          </p:cNvPr>
          <p:cNvSpPr>
            <a:spLocks noGrp="1"/>
          </p:cNvSpPr>
          <p:nvPr>
            <p:ph type="body" idx="1"/>
          </p:nvPr>
        </p:nvSpPr>
        <p:spPr/>
        <p:txBody>
          <a:bodyPr/>
          <a:lstStyle/>
          <a:p>
            <a:pPr marL="285750" indent="-285750">
              <a:buFontTx/>
              <a:buChar char="-"/>
            </a:pPr>
            <a:r>
              <a:rPr lang="en-US" dirty="0"/>
              <a:t>Create a multivariate space where each axis is an environmental variable</a:t>
            </a:r>
          </a:p>
          <a:p>
            <a:pPr marL="285750" indent="-285750">
              <a:buFontTx/>
              <a:buChar char="-"/>
            </a:pPr>
            <a:r>
              <a:rPr lang="en-US" dirty="0"/>
              <a:t>Determine the envelope of environmental conditions at which reefs occur ('</a:t>
            </a:r>
            <a:r>
              <a:rPr lang="en-US" dirty="0" err="1"/>
              <a:t>reeference</a:t>
            </a:r>
            <a:r>
              <a:rPr lang="en-US" dirty="0"/>
              <a:t>' points)</a:t>
            </a:r>
          </a:p>
          <a:p>
            <a:pPr marL="285750" indent="-285750">
              <a:buFontTx/>
              <a:buChar char="-"/>
            </a:pPr>
            <a:r>
              <a:rPr lang="en-US" dirty="0"/>
              <a:t>Calculate the multivariate mean of those conditions, mu. Centre of the multivariate centroid</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dirty="0"/>
              <a:t>Account for the correlations between those variables through the covariance matrix</a:t>
            </a:r>
          </a:p>
          <a:p>
            <a:pPr marL="285750" indent="-285750">
              <a:buFontTx/>
              <a:buChar char="-"/>
            </a:pPr>
            <a:r>
              <a:rPr lang="en-US" dirty="0"/>
              <a:t>For each point, x with a vector of environmental conditions, can determine the distance away from the centroid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GB" dirty="0"/>
              <a:t>Higher D – more unusual, further away from optimal after considering both the spread and correlation of variables</a:t>
            </a:r>
            <a:endParaRPr lang="el-GR" dirty="0"/>
          </a:p>
          <a:p>
            <a:pPr marL="285750" indent="-285750">
              <a:buFontTx/>
              <a:buChar char="-"/>
            </a:pPr>
            <a:endParaRPr lang="en-US" dirty="0"/>
          </a:p>
          <a:p>
            <a:pPr marL="285750" indent="-285750">
              <a:buFontTx/>
              <a:buChar char="-"/>
            </a:pPr>
            <a:endParaRPr lang="en-US" dirty="0"/>
          </a:p>
          <a:p>
            <a:pPr marL="285750" indent="-285750">
              <a:buFontTx/>
              <a:buChar char="-"/>
            </a:pPr>
            <a:r>
              <a:rPr lang="en-US" dirty="0"/>
              <a:t>We turn this on its head and calculate, for any point, the probability of observing a distance as large or larger than the overall distance</a:t>
            </a:r>
          </a:p>
          <a:p>
            <a:pPr marL="285750" indent="-285750">
              <a:buFontTx/>
              <a:buChar char="-"/>
            </a:pPr>
            <a:endParaRPr lang="en-US" dirty="0"/>
          </a:p>
          <a:p>
            <a:pPr marL="285750" indent="-285750">
              <a:buFontTx/>
              <a:buChar char="-"/>
            </a:pPr>
            <a:endParaRPr lang="en-US" dirty="0"/>
          </a:p>
          <a:p>
            <a:pPr marL="285750" indent="-285750">
              <a:buFontTx/>
              <a:buChar char="-"/>
            </a:pPr>
            <a:endParaRPr lang="en-US" dirty="0"/>
          </a:p>
          <a:p>
            <a:pPr marL="285750" indent="-285750">
              <a:buFontTx/>
              <a:buChar char="-"/>
            </a:pPr>
            <a:r>
              <a:rPr lang="en-US" dirty="0"/>
              <a:t>Environmental variables are correlated i.e. their axes are not orthogonal</a:t>
            </a:r>
          </a:p>
          <a:p>
            <a:pPr marL="285750" indent="-285750">
              <a:buFontTx/>
              <a:buChar char="-"/>
            </a:pPr>
            <a:r>
              <a:rPr lang="en-US" dirty="0"/>
              <a:t>Distance between two points in multivariate space relative to the centroid (the overall mean for multivariate data, where the means from all variables intersect)</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GB" dirty="0"/>
              <a:t>This distance measures the squared distance of x from the multivariate mean </a:t>
            </a:r>
            <a:r>
              <a:rPr lang="el-GR" dirty="0"/>
              <a:t>μ, </a:t>
            </a:r>
            <a:r>
              <a:rPr lang="en-GB" b="1" dirty="0"/>
              <a:t>accounting for the shape of the data cloud</a:t>
            </a:r>
            <a:r>
              <a:rPr lang="en-GB" dirty="0"/>
              <a:t> (as defined by </a:t>
            </a:r>
            <a:r>
              <a:rPr lang="el-GR" dirty="0"/>
              <a:t>Σ\</a:t>
            </a:r>
            <a:r>
              <a:rPr lang="en-GB" dirty="0"/>
              <a:t>Sigma</a:t>
            </a:r>
            <a:r>
              <a:rPr lang="el-GR" dirty="0"/>
              <a:t>Σ).</a:t>
            </a:r>
            <a:endParaRPr lang="en-GB" dirty="0"/>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GB" dirty="0"/>
              <a:t>Higher D – more unusual, further away from optimal after considering both the spread and correlation of variables</a:t>
            </a:r>
            <a:endParaRPr lang="el-GR" dirty="0"/>
          </a:p>
          <a:p>
            <a:pPr marL="285750" indent="-285750">
              <a:buFontTx/>
              <a:buChar char="-"/>
            </a:pPr>
            <a:endParaRPr lang="en-US" dirty="0"/>
          </a:p>
          <a:p>
            <a:pPr marL="285750" indent="-285750">
              <a:buFontTx/>
              <a:buChar char="-"/>
            </a:pPr>
            <a:r>
              <a:rPr lang="en-US" dirty="0"/>
              <a:t>Assuming data has a multivariate normal distribution, the squared distances follow a chi-squared distribution with k degrees of freedom</a:t>
            </a:r>
          </a:p>
          <a:p>
            <a:pPr marL="285750" indent="-285750">
              <a:buFontTx/>
              <a:buChar char="-"/>
            </a:pPr>
            <a:r>
              <a:rPr lang="en-US" dirty="0"/>
              <a:t>P-value is the probability of observing a </a:t>
            </a:r>
            <a:r>
              <a:rPr lang="en-US" dirty="0" err="1"/>
              <a:t>Mahalanobis</a:t>
            </a:r>
            <a:r>
              <a:rPr lang="en-US" dirty="0"/>
              <a:t> distance as large or larger than D2</a:t>
            </a:r>
          </a:p>
          <a:p>
            <a:pPr marL="285750" indent="-285750">
              <a:buFontTx/>
              <a:buChar char="-"/>
            </a:pPr>
            <a:endParaRPr lang="en-US" dirty="0"/>
          </a:p>
          <a:p>
            <a:pPr marL="285750" indent="-285750">
              <a:buFontTx/>
              <a:buChar char="-"/>
            </a:pPr>
            <a:endParaRPr lang="en-US" dirty="0"/>
          </a:p>
          <a:p>
            <a:r>
              <a:rPr lang="en-GB" dirty="0"/>
              <a:t>X is a </a:t>
            </a:r>
            <a:r>
              <a:rPr lang="en-GB" b="1" dirty="0"/>
              <a:t>column vector</a:t>
            </a:r>
            <a:r>
              <a:rPr lang="en-GB" dirty="0"/>
              <a:t> of the point whose distance you are calculating.</a:t>
            </a:r>
          </a:p>
          <a:p>
            <a:r>
              <a:rPr lang="en-GB" dirty="0"/>
              <a:t>Example: if you’re measuring temperature and salinity, xxx might be [24∘C,35 PS</a:t>
            </a:r>
          </a:p>
          <a:p>
            <a:r>
              <a:rPr lang="en-GB" dirty="0"/>
              <a:t>It represents the </a:t>
            </a:r>
            <a:r>
              <a:rPr lang="en-GB" b="1" dirty="0"/>
              <a:t>environmental conditions</a:t>
            </a:r>
            <a:r>
              <a:rPr lang="en-GB" dirty="0"/>
              <a:t> or </a:t>
            </a:r>
            <a:r>
              <a:rPr lang="en-GB" b="1" dirty="0"/>
              <a:t>observations</a:t>
            </a:r>
            <a:r>
              <a:rPr lang="en-GB" dirty="0"/>
              <a:t> at a particular location or time.</a:t>
            </a:r>
          </a:p>
          <a:p>
            <a:endParaRPr lang="en-GB" dirty="0"/>
          </a:p>
          <a:p>
            <a:r>
              <a:rPr lang="en-GB" dirty="0"/>
              <a:t>This is the </a:t>
            </a:r>
            <a:r>
              <a:rPr lang="en-GB" b="1" dirty="0"/>
              <a:t>mean vector</a:t>
            </a:r>
            <a:r>
              <a:rPr lang="en-GB" dirty="0"/>
              <a:t> of the reference distribution.</a:t>
            </a:r>
          </a:p>
          <a:p>
            <a:r>
              <a:rPr lang="en-GB" dirty="0"/>
              <a:t>It’s the "centre" of the suitable environmental conditions (e.g., the mean temperature and salinity where corals are found).</a:t>
            </a:r>
          </a:p>
          <a:p>
            <a:r>
              <a:rPr lang="en-GB" dirty="0"/>
              <a:t>x−</a:t>
            </a:r>
            <a:r>
              <a:rPr lang="el-GR" dirty="0"/>
              <a:t>μ</a:t>
            </a:r>
            <a:r>
              <a:rPr lang="en-GB" dirty="0"/>
              <a:t> is the </a:t>
            </a:r>
            <a:r>
              <a:rPr lang="en-GB" b="1" dirty="0"/>
              <a:t>vector of differences</a:t>
            </a:r>
            <a:r>
              <a:rPr lang="en-GB" dirty="0"/>
              <a:t>, telling you how far xxx is from the mean in each variable.</a:t>
            </a:r>
          </a:p>
          <a:p>
            <a:endParaRPr lang="en-GB" dirty="0"/>
          </a:p>
          <a:p>
            <a:r>
              <a:rPr lang="en-GB" dirty="0"/>
              <a:t>Sigma  is the </a:t>
            </a:r>
            <a:r>
              <a:rPr lang="en-GB" b="1" dirty="0"/>
              <a:t>covariance matrix</a:t>
            </a:r>
            <a:r>
              <a:rPr lang="en-GB" dirty="0"/>
              <a:t> of the distribution.</a:t>
            </a:r>
          </a:p>
          <a:p>
            <a:r>
              <a:rPr lang="en-GB" dirty="0"/>
              <a:t>It describes the </a:t>
            </a:r>
            <a:r>
              <a:rPr lang="en-GB" b="1" dirty="0"/>
              <a:t>variability</a:t>
            </a:r>
            <a:r>
              <a:rPr lang="en-GB" dirty="0"/>
              <a:t> and </a:t>
            </a:r>
            <a:r>
              <a:rPr lang="en-GB" b="1" dirty="0"/>
              <a:t>correlation</a:t>
            </a:r>
            <a:r>
              <a:rPr lang="en-GB" dirty="0"/>
              <a:t> between your environmental variables.</a:t>
            </a:r>
          </a:p>
          <a:p>
            <a:r>
              <a:rPr lang="en-GB" dirty="0"/>
              <a:t>If your variables are uncorrelated, </a:t>
            </a:r>
            <a:r>
              <a:rPr lang="el-GR" dirty="0"/>
              <a:t>Σ\</a:t>
            </a:r>
            <a:r>
              <a:rPr lang="en-GB" dirty="0"/>
              <a:t>Sigma</a:t>
            </a:r>
            <a:r>
              <a:rPr lang="el-GR" dirty="0"/>
              <a:t>Σ </a:t>
            </a:r>
            <a:r>
              <a:rPr lang="en-GB" dirty="0"/>
              <a:t>is diagonal.</a:t>
            </a:r>
          </a:p>
          <a:p>
            <a:r>
              <a:rPr lang="en-GB" dirty="0"/>
              <a:t>If they are correlated, </a:t>
            </a:r>
            <a:r>
              <a:rPr lang="el-GR" dirty="0"/>
              <a:t>Σ\</a:t>
            </a:r>
            <a:r>
              <a:rPr lang="en-GB" dirty="0"/>
              <a:t>Sigma</a:t>
            </a:r>
            <a:r>
              <a:rPr lang="el-GR" dirty="0"/>
              <a:t>Σ </a:t>
            </a:r>
            <a:r>
              <a:rPr lang="en-GB" dirty="0"/>
              <a:t>has off-diagonal terms.</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Sima-1 This is the </a:t>
            </a:r>
            <a:r>
              <a:rPr lang="en-GB" b="1" dirty="0"/>
              <a:t>inverse covariance matrix</a:t>
            </a:r>
            <a:r>
              <a:rPr lang="en-GB" dirty="0"/>
              <a:t>, sometimes called the </a:t>
            </a:r>
            <a:r>
              <a:rPr lang="en-GB" b="1" dirty="0"/>
              <a:t>precision matrix</a:t>
            </a:r>
            <a:r>
              <a:rPr lang="en-GB" dirty="0"/>
              <a:t>.</a:t>
            </a:r>
          </a:p>
          <a:p>
            <a:r>
              <a:rPr lang="en-GB" dirty="0"/>
              <a:t>It scales and rotates the space so that distances take into account the spread and correlation of the data.</a:t>
            </a:r>
          </a:p>
          <a:p>
            <a:r>
              <a:rPr lang="en-GB" dirty="0"/>
              <a:t>A large variance in a variable → less contribution to the distance in that direction.</a:t>
            </a:r>
          </a:p>
          <a:p>
            <a:r>
              <a:rPr lang="en-GB" dirty="0"/>
              <a:t>Correlated variables → the distance adjusts for redundancy.</a:t>
            </a:r>
          </a:p>
          <a:p>
            <a:endParaRPr lang="en-GB" dirty="0"/>
          </a:p>
        </p:txBody>
      </p:sp>
      <p:sp>
        <p:nvSpPr>
          <p:cNvPr id="4" name="Slide Number Placeholder 3">
            <a:extLst>
              <a:ext uri="{FF2B5EF4-FFF2-40B4-BE49-F238E27FC236}">
                <a16:creationId xmlns:a16="http://schemas.microsoft.com/office/drawing/2014/main" id="{88147FDB-4D6D-C787-AE85-F9A67F739667}"/>
              </a:ext>
            </a:extLst>
          </p:cNvPr>
          <p:cNvSpPr>
            <a:spLocks noGrp="1"/>
          </p:cNvSpPr>
          <p:nvPr>
            <p:ph type="sldNum" sz="quarter" idx="5"/>
          </p:nvPr>
        </p:nvSpPr>
        <p:spPr/>
        <p:txBody>
          <a:bodyPr/>
          <a:lstStyle/>
          <a:p>
            <a:fld id="{9B6ABC2F-2CE2-184C-B00B-69277B794499}" type="slidenum">
              <a:rPr lang="en-US" smtClean="0"/>
              <a:t>19</a:t>
            </a:fld>
            <a:endParaRPr lang="en-US"/>
          </a:p>
        </p:txBody>
      </p:sp>
    </p:spTree>
    <p:extLst>
      <p:ext uri="{BB962C8B-B14F-4D97-AF65-F5344CB8AC3E}">
        <p14:creationId xmlns:p14="http://schemas.microsoft.com/office/powerpoint/2010/main" val="12769386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42A0C-7FCD-2808-6182-3F3E06BA36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5F341E-9466-E689-4A39-1328E2C4CB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684539-A898-7401-CCD3-4BD287B9492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A40B6D6-7F03-6E6B-6B6E-5C6029F26697}"/>
              </a:ext>
            </a:extLst>
          </p:cNvPr>
          <p:cNvSpPr>
            <a:spLocks noGrp="1"/>
          </p:cNvSpPr>
          <p:nvPr>
            <p:ph type="sldNum" sz="quarter" idx="5"/>
          </p:nvPr>
        </p:nvSpPr>
        <p:spPr/>
        <p:txBody>
          <a:bodyPr/>
          <a:lstStyle/>
          <a:p>
            <a:fld id="{9B6ABC2F-2CE2-184C-B00B-69277B794499}" type="slidenum">
              <a:rPr lang="en-US" smtClean="0"/>
              <a:t>20</a:t>
            </a:fld>
            <a:endParaRPr lang="en-US"/>
          </a:p>
        </p:txBody>
      </p:sp>
    </p:spTree>
    <p:extLst>
      <p:ext uri="{BB962C8B-B14F-4D97-AF65-F5344CB8AC3E}">
        <p14:creationId xmlns:p14="http://schemas.microsoft.com/office/powerpoint/2010/main" val="40601583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CF1E0-2530-13B5-3396-D9769B397D6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AE198C0-4997-03FB-CA05-CFDE9915CD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CCD78E3F-190C-BCE4-9DD1-DA0560F4AACD}"/>
              </a:ext>
            </a:extLst>
          </p:cNvPr>
          <p:cNvSpPr>
            <a:spLocks noGrp="1"/>
          </p:cNvSpPr>
          <p:nvPr>
            <p:ph type="dt" sz="half" idx="10"/>
          </p:nvPr>
        </p:nvSpPr>
        <p:spPr/>
        <p:txBody>
          <a:bodyPr/>
          <a:lstStyle/>
          <a:p>
            <a:fld id="{D8B77A5D-0374-8249-B852-8866BC6AB9EB}" type="datetimeFigureOut">
              <a:rPr lang="en-US" smtClean="0"/>
              <a:t>10/30/25</a:t>
            </a:fld>
            <a:endParaRPr lang="en-US"/>
          </a:p>
        </p:txBody>
      </p:sp>
      <p:sp>
        <p:nvSpPr>
          <p:cNvPr id="5" name="Footer Placeholder 4">
            <a:extLst>
              <a:ext uri="{FF2B5EF4-FFF2-40B4-BE49-F238E27FC236}">
                <a16:creationId xmlns:a16="http://schemas.microsoft.com/office/drawing/2014/main" id="{01A0C68F-1D5C-A3ED-B4D6-A30DDC8AC5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46361E-7A2F-EF8F-9C84-13B4C626FD2B}"/>
              </a:ext>
            </a:extLst>
          </p:cNvPr>
          <p:cNvSpPr>
            <a:spLocks noGrp="1"/>
          </p:cNvSpPr>
          <p:nvPr>
            <p:ph type="sldNum" sz="quarter" idx="12"/>
          </p:nvPr>
        </p:nvSpPr>
        <p:spPr/>
        <p:txBody>
          <a:bodyPr/>
          <a:lstStyle/>
          <a:p>
            <a:fld id="{AD65B8AD-9C61-9244-9E0D-C9D8C5F72781}" type="slidenum">
              <a:rPr lang="en-US" smtClean="0"/>
              <a:t>‹#›</a:t>
            </a:fld>
            <a:endParaRPr lang="en-US"/>
          </a:p>
        </p:txBody>
      </p:sp>
    </p:spTree>
    <p:extLst>
      <p:ext uri="{BB962C8B-B14F-4D97-AF65-F5344CB8AC3E}">
        <p14:creationId xmlns:p14="http://schemas.microsoft.com/office/powerpoint/2010/main" val="31455650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5FC4F-8789-03F4-C72B-112F06DFDBF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9375B8-DA1F-0192-C5AD-B26B7E32C88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BFB6B19-33B1-0975-152F-70701642F026}"/>
              </a:ext>
            </a:extLst>
          </p:cNvPr>
          <p:cNvSpPr>
            <a:spLocks noGrp="1"/>
          </p:cNvSpPr>
          <p:nvPr>
            <p:ph type="dt" sz="half" idx="10"/>
          </p:nvPr>
        </p:nvSpPr>
        <p:spPr/>
        <p:txBody>
          <a:bodyPr/>
          <a:lstStyle/>
          <a:p>
            <a:fld id="{D8B77A5D-0374-8249-B852-8866BC6AB9EB}" type="datetimeFigureOut">
              <a:rPr lang="en-US" smtClean="0"/>
              <a:t>10/30/25</a:t>
            </a:fld>
            <a:endParaRPr lang="en-US"/>
          </a:p>
        </p:txBody>
      </p:sp>
      <p:sp>
        <p:nvSpPr>
          <p:cNvPr id="5" name="Footer Placeholder 4">
            <a:extLst>
              <a:ext uri="{FF2B5EF4-FFF2-40B4-BE49-F238E27FC236}">
                <a16:creationId xmlns:a16="http://schemas.microsoft.com/office/drawing/2014/main" id="{68D09F24-2E3D-EF9A-63F7-A5AF940033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43E6A1-0043-27B3-2E2B-A6D8126A490F}"/>
              </a:ext>
            </a:extLst>
          </p:cNvPr>
          <p:cNvSpPr>
            <a:spLocks noGrp="1"/>
          </p:cNvSpPr>
          <p:nvPr>
            <p:ph type="sldNum" sz="quarter" idx="12"/>
          </p:nvPr>
        </p:nvSpPr>
        <p:spPr/>
        <p:txBody>
          <a:bodyPr/>
          <a:lstStyle/>
          <a:p>
            <a:fld id="{AD65B8AD-9C61-9244-9E0D-C9D8C5F72781}" type="slidenum">
              <a:rPr lang="en-US" smtClean="0"/>
              <a:t>‹#›</a:t>
            </a:fld>
            <a:endParaRPr lang="en-US"/>
          </a:p>
        </p:txBody>
      </p:sp>
    </p:spTree>
    <p:extLst>
      <p:ext uri="{BB962C8B-B14F-4D97-AF65-F5344CB8AC3E}">
        <p14:creationId xmlns:p14="http://schemas.microsoft.com/office/powerpoint/2010/main" val="1884363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1349F-3E6D-F85F-90D0-D1B5C968D3C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9AAAFA3-51BA-3F6A-9F84-9A76C3C31E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E4ECC03-51CF-6C7C-2381-4571B4DB3129}"/>
              </a:ext>
            </a:extLst>
          </p:cNvPr>
          <p:cNvSpPr>
            <a:spLocks noGrp="1"/>
          </p:cNvSpPr>
          <p:nvPr>
            <p:ph type="dt" sz="half" idx="10"/>
          </p:nvPr>
        </p:nvSpPr>
        <p:spPr/>
        <p:txBody>
          <a:bodyPr/>
          <a:lstStyle/>
          <a:p>
            <a:fld id="{D8B77A5D-0374-8249-B852-8866BC6AB9EB}" type="datetimeFigureOut">
              <a:rPr lang="en-US" smtClean="0"/>
              <a:t>10/30/25</a:t>
            </a:fld>
            <a:endParaRPr lang="en-US"/>
          </a:p>
        </p:txBody>
      </p:sp>
      <p:sp>
        <p:nvSpPr>
          <p:cNvPr id="5" name="Footer Placeholder 4">
            <a:extLst>
              <a:ext uri="{FF2B5EF4-FFF2-40B4-BE49-F238E27FC236}">
                <a16:creationId xmlns:a16="http://schemas.microsoft.com/office/drawing/2014/main" id="{A541C8CF-9E36-3CAB-C36A-19C7A28B39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56D455-8773-EF60-62A6-19296D895C60}"/>
              </a:ext>
            </a:extLst>
          </p:cNvPr>
          <p:cNvSpPr>
            <a:spLocks noGrp="1"/>
          </p:cNvSpPr>
          <p:nvPr>
            <p:ph type="sldNum" sz="quarter" idx="12"/>
          </p:nvPr>
        </p:nvSpPr>
        <p:spPr/>
        <p:txBody>
          <a:bodyPr/>
          <a:lstStyle/>
          <a:p>
            <a:fld id="{AD65B8AD-9C61-9244-9E0D-C9D8C5F72781}" type="slidenum">
              <a:rPr lang="en-US" smtClean="0"/>
              <a:t>‹#›</a:t>
            </a:fld>
            <a:endParaRPr lang="en-US"/>
          </a:p>
        </p:txBody>
      </p:sp>
    </p:spTree>
    <p:extLst>
      <p:ext uri="{BB962C8B-B14F-4D97-AF65-F5344CB8AC3E}">
        <p14:creationId xmlns:p14="http://schemas.microsoft.com/office/powerpoint/2010/main" val="1089758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7E406-C1C7-B525-94D4-E8DD6ACD2A6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A75B8F8-D096-61AC-421C-6D378548DC5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205C71B-53B2-2EC4-E6CE-6B91E2D7C57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BDFAAEB-3E55-5524-A9BF-12BADEDC6F6B}"/>
              </a:ext>
            </a:extLst>
          </p:cNvPr>
          <p:cNvSpPr>
            <a:spLocks noGrp="1"/>
          </p:cNvSpPr>
          <p:nvPr>
            <p:ph type="dt" sz="half" idx="10"/>
          </p:nvPr>
        </p:nvSpPr>
        <p:spPr/>
        <p:txBody>
          <a:bodyPr/>
          <a:lstStyle/>
          <a:p>
            <a:fld id="{D8B77A5D-0374-8249-B852-8866BC6AB9EB}" type="datetimeFigureOut">
              <a:rPr lang="en-US" smtClean="0"/>
              <a:t>10/30/25</a:t>
            </a:fld>
            <a:endParaRPr lang="en-US"/>
          </a:p>
        </p:txBody>
      </p:sp>
      <p:sp>
        <p:nvSpPr>
          <p:cNvPr id="6" name="Footer Placeholder 5">
            <a:extLst>
              <a:ext uri="{FF2B5EF4-FFF2-40B4-BE49-F238E27FC236}">
                <a16:creationId xmlns:a16="http://schemas.microsoft.com/office/drawing/2014/main" id="{7CAA033B-EB3D-FBC2-823A-8B26528907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01961E-7374-F1F5-280E-B758A4CAAA4A}"/>
              </a:ext>
            </a:extLst>
          </p:cNvPr>
          <p:cNvSpPr>
            <a:spLocks noGrp="1"/>
          </p:cNvSpPr>
          <p:nvPr>
            <p:ph type="sldNum" sz="quarter" idx="12"/>
          </p:nvPr>
        </p:nvSpPr>
        <p:spPr/>
        <p:txBody>
          <a:bodyPr/>
          <a:lstStyle/>
          <a:p>
            <a:fld id="{AD65B8AD-9C61-9244-9E0D-C9D8C5F72781}" type="slidenum">
              <a:rPr lang="en-US" smtClean="0"/>
              <a:t>‹#›</a:t>
            </a:fld>
            <a:endParaRPr lang="en-US"/>
          </a:p>
        </p:txBody>
      </p:sp>
    </p:spTree>
    <p:extLst>
      <p:ext uri="{BB962C8B-B14F-4D97-AF65-F5344CB8AC3E}">
        <p14:creationId xmlns:p14="http://schemas.microsoft.com/office/powerpoint/2010/main" val="35661192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25277-6F25-DA53-17CC-6F148970823C}"/>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6788E61-B356-E0F4-FF0C-707EB999D9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B02DA9A-F9FB-CFC6-3AE0-71B88182E7D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1086641-7851-66F8-2956-036A056AD9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3ADD2BD-0CA2-3A9D-5CB5-701CB98CEBB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BCBCAB42-A877-95B5-86EB-E9035B0C7CAC}"/>
              </a:ext>
            </a:extLst>
          </p:cNvPr>
          <p:cNvSpPr>
            <a:spLocks noGrp="1"/>
          </p:cNvSpPr>
          <p:nvPr>
            <p:ph type="dt" sz="half" idx="10"/>
          </p:nvPr>
        </p:nvSpPr>
        <p:spPr/>
        <p:txBody>
          <a:bodyPr/>
          <a:lstStyle/>
          <a:p>
            <a:fld id="{D8B77A5D-0374-8249-B852-8866BC6AB9EB}" type="datetimeFigureOut">
              <a:rPr lang="en-US" smtClean="0"/>
              <a:t>10/30/25</a:t>
            </a:fld>
            <a:endParaRPr lang="en-US"/>
          </a:p>
        </p:txBody>
      </p:sp>
      <p:sp>
        <p:nvSpPr>
          <p:cNvPr id="8" name="Footer Placeholder 7">
            <a:extLst>
              <a:ext uri="{FF2B5EF4-FFF2-40B4-BE49-F238E27FC236}">
                <a16:creationId xmlns:a16="http://schemas.microsoft.com/office/drawing/2014/main" id="{351FCEE6-7DA8-1039-90F7-EA580377B3A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9E89EB0-F036-20D4-A23D-28C7D384384D}"/>
              </a:ext>
            </a:extLst>
          </p:cNvPr>
          <p:cNvSpPr>
            <a:spLocks noGrp="1"/>
          </p:cNvSpPr>
          <p:nvPr>
            <p:ph type="sldNum" sz="quarter" idx="12"/>
          </p:nvPr>
        </p:nvSpPr>
        <p:spPr/>
        <p:txBody>
          <a:bodyPr/>
          <a:lstStyle/>
          <a:p>
            <a:fld id="{AD65B8AD-9C61-9244-9E0D-C9D8C5F72781}" type="slidenum">
              <a:rPr lang="en-US" smtClean="0"/>
              <a:t>‹#›</a:t>
            </a:fld>
            <a:endParaRPr lang="en-US"/>
          </a:p>
        </p:txBody>
      </p:sp>
    </p:spTree>
    <p:extLst>
      <p:ext uri="{BB962C8B-B14F-4D97-AF65-F5344CB8AC3E}">
        <p14:creationId xmlns:p14="http://schemas.microsoft.com/office/powerpoint/2010/main" val="39860574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565AC-6FC8-4AC6-5929-9A995352BC0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49ABF17E-0442-802C-F209-9D8CA9E7381B}"/>
              </a:ext>
            </a:extLst>
          </p:cNvPr>
          <p:cNvSpPr>
            <a:spLocks noGrp="1"/>
          </p:cNvSpPr>
          <p:nvPr>
            <p:ph type="dt" sz="half" idx="10"/>
          </p:nvPr>
        </p:nvSpPr>
        <p:spPr/>
        <p:txBody>
          <a:bodyPr/>
          <a:lstStyle/>
          <a:p>
            <a:fld id="{D8B77A5D-0374-8249-B852-8866BC6AB9EB}" type="datetimeFigureOut">
              <a:rPr lang="en-US" smtClean="0"/>
              <a:t>10/30/25</a:t>
            </a:fld>
            <a:endParaRPr lang="en-US"/>
          </a:p>
        </p:txBody>
      </p:sp>
      <p:sp>
        <p:nvSpPr>
          <p:cNvPr id="4" name="Footer Placeholder 3">
            <a:extLst>
              <a:ext uri="{FF2B5EF4-FFF2-40B4-BE49-F238E27FC236}">
                <a16:creationId xmlns:a16="http://schemas.microsoft.com/office/drawing/2014/main" id="{9ED837C0-1AFE-21AD-396D-34D30BC0A93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147E909-0B9A-2F41-8F3C-5563ADAC2104}"/>
              </a:ext>
            </a:extLst>
          </p:cNvPr>
          <p:cNvSpPr>
            <a:spLocks noGrp="1"/>
          </p:cNvSpPr>
          <p:nvPr>
            <p:ph type="sldNum" sz="quarter" idx="12"/>
          </p:nvPr>
        </p:nvSpPr>
        <p:spPr/>
        <p:txBody>
          <a:bodyPr/>
          <a:lstStyle/>
          <a:p>
            <a:fld id="{AD65B8AD-9C61-9244-9E0D-C9D8C5F72781}" type="slidenum">
              <a:rPr lang="en-US" smtClean="0"/>
              <a:t>‹#›</a:t>
            </a:fld>
            <a:endParaRPr lang="en-US"/>
          </a:p>
        </p:txBody>
      </p:sp>
    </p:spTree>
    <p:extLst>
      <p:ext uri="{BB962C8B-B14F-4D97-AF65-F5344CB8AC3E}">
        <p14:creationId xmlns:p14="http://schemas.microsoft.com/office/powerpoint/2010/main" val="8607578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71B8E5-14D9-B4CE-04CB-8E77F0EC56D6}"/>
              </a:ext>
            </a:extLst>
          </p:cNvPr>
          <p:cNvSpPr>
            <a:spLocks noGrp="1"/>
          </p:cNvSpPr>
          <p:nvPr>
            <p:ph type="dt" sz="half" idx="10"/>
          </p:nvPr>
        </p:nvSpPr>
        <p:spPr/>
        <p:txBody>
          <a:bodyPr/>
          <a:lstStyle/>
          <a:p>
            <a:fld id="{D8B77A5D-0374-8249-B852-8866BC6AB9EB}" type="datetimeFigureOut">
              <a:rPr lang="en-US" smtClean="0"/>
              <a:t>10/30/25</a:t>
            </a:fld>
            <a:endParaRPr lang="en-US"/>
          </a:p>
        </p:txBody>
      </p:sp>
      <p:sp>
        <p:nvSpPr>
          <p:cNvPr id="3" name="Footer Placeholder 2">
            <a:extLst>
              <a:ext uri="{FF2B5EF4-FFF2-40B4-BE49-F238E27FC236}">
                <a16:creationId xmlns:a16="http://schemas.microsoft.com/office/drawing/2014/main" id="{D0A8C4DC-BFAB-9207-D221-53C9B7F99F4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EDEC79F-62CA-A8AD-A90F-8C964EB61783}"/>
              </a:ext>
            </a:extLst>
          </p:cNvPr>
          <p:cNvSpPr>
            <a:spLocks noGrp="1"/>
          </p:cNvSpPr>
          <p:nvPr>
            <p:ph type="sldNum" sz="quarter" idx="12"/>
          </p:nvPr>
        </p:nvSpPr>
        <p:spPr/>
        <p:txBody>
          <a:bodyPr/>
          <a:lstStyle/>
          <a:p>
            <a:fld id="{AD65B8AD-9C61-9244-9E0D-C9D8C5F72781}" type="slidenum">
              <a:rPr lang="en-US" smtClean="0"/>
              <a:t>‹#›</a:t>
            </a:fld>
            <a:endParaRPr lang="en-US"/>
          </a:p>
        </p:txBody>
      </p:sp>
    </p:spTree>
    <p:extLst>
      <p:ext uri="{BB962C8B-B14F-4D97-AF65-F5344CB8AC3E}">
        <p14:creationId xmlns:p14="http://schemas.microsoft.com/office/powerpoint/2010/main" val="36645790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78F53-E3A1-9FE4-9A3C-72E536DCDCF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67424CCC-4058-E453-B0E6-9723D93545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E8397125-CBF2-169D-90F2-22312B2534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599B7C0-50EF-74FA-E7EA-2FF1B05A7D60}"/>
              </a:ext>
            </a:extLst>
          </p:cNvPr>
          <p:cNvSpPr>
            <a:spLocks noGrp="1"/>
          </p:cNvSpPr>
          <p:nvPr>
            <p:ph type="dt" sz="half" idx="10"/>
          </p:nvPr>
        </p:nvSpPr>
        <p:spPr/>
        <p:txBody>
          <a:bodyPr/>
          <a:lstStyle/>
          <a:p>
            <a:fld id="{D8B77A5D-0374-8249-B852-8866BC6AB9EB}" type="datetimeFigureOut">
              <a:rPr lang="en-US" smtClean="0"/>
              <a:t>10/30/25</a:t>
            </a:fld>
            <a:endParaRPr lang="en-US"/>
          </a:p>
        </p:txBody>
      </p:sp>
      <p:sp>
        <p:nvSpPr>
          <p:cNvPr id="6" name="Footer Placeholder 5">
            <a:extLst>
              <a:ext uri="{FF2B5EF4-FFF2-40B4-BE49-F238E27FC236}">
                <a16:creationId xmlns:a16="http://schemas.microsoft.com/office/drawing/2014/main" id="{7456FFC2-ED49-55BF-70A1-1F9D593818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37CD33-CC56-E968-BA23-44D2AFA334F3}"/>
              </a:ext>
            </a:extLst>
          </p:cNvPr>
          <p:cNvSpPr>
            <a:spLocks noGrp="1"/>
          </p:cNvSpPr>
          <p:nvPr>
            <p:ph type="sldNum" sz="quarter" idx="12"/>
          </p:nvPr>
        </p:nvSpPr>
        <p:spPr/>
        <p:txBody>
          <a:bodyPr/>
          <a:lstStyle/>
          <a:p>
            <a:fld id="{AD65B8AD-9C61-9244-9E0D-C9D8C5F72781}" type="slidenum">
              <a:rPr lang="en-US" smtClean="0"/>
              <a:t>‹#›</a:t>
            </a:fld>
            <a:endParaRPr lang="en-US"/>
          </a:p>
        </p:txBody>
      </p:sp>
    </p:spTree>
    <p:extLst>
      <p:ext uri="{BB962C8B-B14F-4D97-AF65-F5344CB8AC3E}">
        <p14:creationId xmlns:p14="http://schemas.microsoft.com/office/powerpoint/2010/main" val="42080647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EF706-2748-C334-64D7-4EDB4229119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D4531C2-B71A-F044-0E09-1412A8A555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6D98F3F-0332-D985-460D-A175702BA1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A7770CF-7993-7B8B-6C09-9FB6129888B4}"/>
              </a:ext>
            </a:extLst>
          </p:cNvPr>
          <p:cNvSpPr>
            <a:spLocks noGrp="1"/>
          </p:cNvSpPr>
          <p:nvPr>
            <p:ph type="dt" sz="half" idx="10"/>
          </p:nvPr>
        </p:nvSpPr>
        <p:spPr/>
        <p:txBody>
          <a:bodyPr/>
          <a:lstStyle/>
          <a:p>
            <a:fld id="{D8B77A5D-0374-8249-B852-8866BC6AB9EB}" type="datetimeFigureOut">
              <a:rPr lang="en-US" smtClean="0"/>
              <a:t>10/30/25</a:t>
            </a:fld>
            <a:endParaRPr lang="en-US"/>
          </a:p>
        </p:txBody>
      </p:sp>
      <p:sp>
        <p:nvSpPr>
          <p:cNvPr id="6" name="Footer Placeholder 5">
            <a:extLst>
              <a:ext uri="{FF2B5EF4-FFF2-40B4-BE49-F238E27FC236}">
                <a16:creationId xmlns:a16="http://schemas.microsoft.com/office/drawing/2014/main" id="{C4CA103F-B3AD-5B5C-2893-4500BA4DE6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160F48-4696-6199-C87D-022C18874CD3}"/>
              </a:ext>
            </a:extLst>
          </p:cNvPr>
          <p:cNvSpPr>
            <a:spLocks noGrp="1"/>
          </p:cNvSpPr>
          <p:nvPr>
            <p:ph type="sldNum" sz="quarter" idx="12"/>
          </p:nvPr>
        </p:nvSpPr>
        <p:spPr/>
        <p:txBody>
          <a:bodyPr/>
          <a:lstStyle/>
          <a:p>
            <a:fld id="{AD65B8AD-9C61-9244-9E0D-C9D8C5F72781}" type="slidenum">
              <a:rPr lang="en-US" smtClean="0"/>
              <a:t>‹#›</a:t>
            </a:fld>
            <a:endParaRPr lang="en-US"/>
          </a:p>
        </p:txBody>
      </p:sp>
    </p:spTree>
    <p:extLst>
      <p:ext uri="{BB962C8B-B14F-4D97-AF65-F5344CB8AC3E}">
        <p14:creationId xmlns:p14="http://schemas.microsoft.com/office/powerpoint/2010/main" val="31324259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767B4-7939-4C1F-CDB8-EB06C6AF882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F31094B-36E5-81C9-D1A5-731C6CAC4A9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CE3D92F-49E2-2153-F750-7034234B65F6}"/>
              </a:ext>
            </a:extLst>
          </p:cNvPr>
          <p:cNvSpPr>
            <a:spLocks noGrp="1"/>
          </p:cNvSpPr>
          <p:nvPr>
            <p:ph type="dt" sz="half" idx="10"/>
          </p:nvPr>
        </p:nvSpPr>
        <p:spPr/>
        <p:txBody>
          <a:bodyPr/>
          <a:lstStyle/>
          <a:p>
            <a:fld id="{D8B77A5D-0374-8249-B852-8866BC6AB9EB}" type="datetimeFigureOut">
              <a:rPr lang="en-US" smtClean="0"/>
              <a:t>10/30/25</a:t>
            </a:fld>
            <a:endParaRPr lang="en-US"/>
          </a:p>
        </p:txBody>
      </p:sp>
      <p:sp>
        <p:nvSpPr>
          <p:cNvPr id="5" name="Footer Placeholder 4">
            <a:extLst>
              <a:ext uri="{FF2B5EF4-FFF2-40B4-BE49-F238E27FC236}">
                <a16:creationId xmlns:a16="http://schemas.microsoft.com/office/drawing/2014/main" id="{D75E54BD-173D-95F0-2805-A27A0F09C5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77622C-0CF5-6280-4678-20547A2730C0}"/>
              </a:ext>
            </a:extLst>
          </p:cNvPr>
          <p:cNvSpPr>
            <a:spLocks noGrp="1"/>
          </p:cNvSpPr>
          <p:nvPr>
            <p:ph type="sldNum" sz="quarter" idx="12"/>
          </p:nvPr>
        </p:nvSpPr>
        <p:spPr/>
        <p:txBody>
          <a:bodyPr/>
          <a:lstStyle/>
          <a:p>
            <a:fld id="{AD65B8AD-9C61-9244-9E0D-C9D8C5F72781}" type="slidenum">
              <a:rPr lang="en-US" smtClean="0"/>
              <a:t>‹#›</a:t>
            </a:fld>
            <a:endParaRPr lang="en-US"/>
          </a:p>
        </p:txBody>
      </p:sp>
    </p:spTree>
    <p:extLst>
      <p:ext uri="{BB962C8B-B14F-4D97-AF65-F5344CB8AC3E}">
        <p14:creationId xmlns:p14="http://schemas.microsoft.com/office/powerpoint/2010/main" val="2855234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9CC672-123E-0BF9-D67D-FEA9A9A1E80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1BEC383-32D4-A891-93C0-A22656939CA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9BC463D-4D19-2BC3-5C95-23EEA6CA7278}"/>
              </a:ext>
            </a:extLst>
          </p:cNvPr>
          <p:cNvSpPr>
            <a:spLocks noGrp="1"/>
          </p:cNvSpPr>
          <p:nvPr>
            <p:ph type="dt" sz="half" idx="10"/>
          </p:nvPr>
        </p:nvSpPr>
        <p:spPr/>
        <p:txBody>
          <a:bodyPr/>
          <a:lstStyle/>
          <a:p>
            <a:fld id="{D8B77A5D-0374-8249-B852-8866BC6AB9EB}" type="datetimeFigureOut">
              <a:rPr lang="en-US" smtClean="0"/>
              <a:t>10/30/25</a:t>
            </a:fld>
            <a:endParaRPr lang="en-US"/>
          </a:p>
        </p:txBody>
      </p:sp>
      <p:sp>
        <p:nvSpPr>
          <p:cNvPr id="5" name="Footer Placeholder 4">
            <a:extLst>
              <a:ext uri="{FF2B5EF4-FFF2-40B4-BE49-F238E27FC236}">
                <a16:creationId xmlns:a16="http://schemas.microsoft.com/office/drawing/2014/main" id="{150AF6AF-53B8-8E8D-3484-80A6C7B7B2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73761C-759C-8F29-4DD7-1840857704DF}"/>
              </a:ext>
            </a:extLst>
          </p:cNvPr>
          <p:cNvSpPr>
            <a:spLocks noGrp="1"/>
          </p:cNvSpPr>
          <p:nvPr>
            <p:ph type="sldNum" sz="quarter" idx="12"/>
          </p:nvPr>
        </p:nvSpPr>
        <p:spPr/>
        <p:txBody>
          <a:bodyPr/>
          <a:lstStyle/>
          <a:p>
            <a:fld id="{AD65B8AD-9C61-9244-9E0D-C9D8C5F72781}" type="slidenum">
              <a:rPr lang="en-US" smtClean="0"/>
              <a:t>‹#›</a:t>
            </a:fld>
            <a:endParaRPr lang="en-US"/>
          </a:p>
        </p:txBody>
      </p:sp>
    </p:spTree>
    <p:extLst>
      <p:ext uri="{BB962C8B-B14F-4D97-AF65-F5344CB8AC3E}">
        <p14:creationId xmlns:p14="http://schemas.microsoft.com/office/powerpoint/2010/main" val="2419330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23D506-53D8-AAB8-2968-1146D3D5D6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D384699-B2D0-347A-D617-9BC028477D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69D5843-9F68-7CF2-519F-C3258C3699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8B77A5D-0374-8249-B852-8866BC6AB9EB}" type="datetimeFigureOut">
              <a:rPr lang="en-US" smtClean="0"/>
              <a:t>10/30/25</a:t>
            </a:fld>
            <a:endParaRPr lang="en-US"/>
          </a:p>
        </p:txBody>
      </p:sp>
      <p:sp>
        <p:nvSpPr>
          <p:cNvPr id="5" name="Footer Placeholder 4">
            <a:extLst>
              <a:ext uri="{FF2B5EF4-FFF2-40B4-BE49-F238E27FC236}">
                <a16:creationId xmlns:a16="http://schemas.microsoft.com/office/drawing/2014/main" id="{9590A145-1A30-E0F1-9025-70BA379B3C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70D79AD-468E-2728-DC54-CFF54E0F98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D65B8AD-9C61-9244-9E0D-C9D8C5F72781}" type="slidenum">
              <a:rPr lang="en-US" smtClean="0"/>
              <a:t>‹#›</a:t>
            </a:fld>
            <a:endParaRPr lang="en-US"/>
          </a:p>
        </p:txBody>
      </p:sp>
    </p:spTree>
    <p:extLst>
      <p:ext uri="{BB962C8B-B14F-4D97-AF65-F5344CB8AC3E}">
        <p14:creationId xmlns:p14="http://schemas.microsoft.com/office/powerpoint/2010/main" val="22746197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2.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openxmlformats.org/officeDocument/2006/relationships/image" Target="../media/image3.png"/><Relationship Id="rId12"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microsoft.com/office/2007/relationships/hdphoto" Target="../media/hdphoto2.wdp"/><Relationship Id="rId11" Type="http://schemas.openxmlformats.org/officeDocument/2006/relationships/image" Target="../media/image7.png"/><Relationship Id="rId5" Type="http://schemas.openxmlformats.org/officeDocument/2006/relationships/image" Target="../media/image2.png"/><Relationship Id="rId10" Type="http://schemas.openxmlformats.org/officeDocument/2006/relationships/image" Target="../media/image6.png"/><Relationship Id="rId4" Type="http://schemas.microsoft.com/office/2007/relationships/hdphoto" Target="../media/hdphoto1.wdp"/><Relationship Id="rId9"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2.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2.png"/><Relationship Id="rId4" Type="http://schemas.microsoft.com/office/2007/relationships/hdphoto" Target="../media/hdphoto1.wdp"/><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microsoft.com/office/2007/relationships/hdphoto" Target="../media/hdphoto2.wdp"/><Relationship Id="rId11" Type="http://schemas.openxmlformats.org/officeDocument/2006/relationships/hyperlink" Target="https://www.al-monitor.com/originals/2022/03/red-sea-coral-reefs-benefit-drop-tourists" TargetMode="External"/><Relationship Id="rId5" Type="http://schemas.openxmlformats.org/officeDocument/2006/relationships/image" Target="../media/image2.png"/><Relationship Id="rId10" Type="http://schemas.openxmlformats.org/officeDocument/2006/relationships/image" Target="../media/image10.jpeg"/><Relationship Id="rId4" Type="http://schemas.microsoft.com/office/2007/relationships/hdphoto" Target="../media/hdphoto1.wdp"/><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microsoft.com/office/2007/relationships/hdphoto" Target="../media/hdphoto2.wdp"/><Relationship Id="rId11" Type="http://schemas.openxmlformats.org/officeDocument/2006/relationships/hyperlink" Target="https://upload.wikimedia.org/wikipedia/commons/b/b9/Stilts_fishermen_Sri_Lanka_02.jpg" TargetMode="External"/><Relationship Id="rId5" Type="http://schemas.openxmlformats.org/officeDocument/2006/relationships/image" Target="../media/image2.png"/><Relationship Id="rId10" Type="http://schemas.openxmlformats.org/officeDocument/2006/relationships/image" Target="../media/image11.png"/><Relationship Id="rId4" Type="http://schemas.microsoft.com/office/2007/relationships/hdphoto" Target="../media/hdphoto1.wdp"/><Relationship Id="rId9"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2.png"/><Relationship Id="rId7" Type="http://schemas.microsoft.com/office/2007/relationships/hdphoto" Target="../media/hdphoto2.wdp"/><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png"/><Relationship Id="rId5" Type="http://schemas.microsoft.com/office/2007/relationships/hdphoto" Target="../media/hdphoto1.wdp"/><Relationship Id="rId10" Type="http://schemas.openxmlformats.org/officeDocument/2006/relationships/hyperlink" Target="https://www.sciencephoto.com/media/1357226/view/wave-breaks-on-a-coral-reef" TargetMode="External"/><Relationship Id="rId4" Type="http://schemas.openxmlformats.org/officeDocument/2006/relationships/image" Target="../media/image1.png"/><Relationship Id="rId9" Type="http://schemas.openxmlformats.org/officeDocument/2006/relationships/image" Target="../media/image5.png"/></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3.jpeg"/><Relationship Id="rId7" Type="http://schemas.microsoft.com/office/2007/relationships/hdphoto" Target="../media/hdphoto2.wdp"/><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png"/><Relationship Id="rId5" Type="http://schemas.microsoft.com/office/2007/relationships/hdphoto" Target="../media/hdphoto1.wdp"/><Relationship Id="rId10" Type="http://schemas.openxmlformats.org/officeDocument/2006/relationships/hyperlink" Target="https://www.sciencedirect.com/science/article/pii/S0308597X17300635" TargetMode="External"/><Relationship Id="rId4" Type="http://schemas.openxmlformats.org/officeDocument/2006/relationships/image" Target="../media/image1.png"/><Relationship Id="rId9" Type="http://schemas.openxmlformats.org/officeDocument/2006/relationships/image" Target="../media/image14.png"/></Relationships>
</file>

<file path=ppt/slides/_rels/slide1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3.jpeg"/><Relationship Id="rId7" Type="http://schemas.microsoft.com/office/2007/relationships/hdphoto" Target="../media/hdphoto2.wdp"/><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png"/><Relationship Id="rId11" Type="http://schemas.openxmlformats.org/officeDocument/2006/relationships/image" Target="../media/image15.png"/><Relationship Id="rId5" Type="http://schemas.microsoft.com/office/2007/relationships/hdphoto" Target="../media/hdphoto1.wdp"/><Relationship Id="rId10" Type="http://schemas.openxmlformats.org/officeDocument/2006/relationships/hyperlink" Target="https://www.sciencedirect.com/science/article/pii/S0308597X17300635" TargetMode="External"/><Relationship Id="rId4" Type="http://schemas.openxmlformats.org/officeDocument/2006/relationships/image" Target="../media/image1.png"/><Relationship Id="rId9" Type="http://schemas.openxmlformats.org/officeDocument/2006/relationships/image" Target="../media/image14.png"/></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3.jpeg"/><Relationship Id="rId7" Type="http://schemas.microsoft.com/office/2007/relationships/hdphoto" Target="../media/hdphoto2.wdp"/><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png"/><Relationship Id="rId5" Type="http://schemas.microsoft.com/office/2007/relationships/hdphoto" Target="../media/hdphoto1.wdp"/><Relationship Id="rId4" Type="http://schemas.openxmlformats.org/officeDocument/2006/relationships/image" Target="../media/image1.png"/><Relationship Id="rId9" Type="http://schemas.openxmlformats.org/officeDocument/2006/relationships/image" Target="../media/image14.png"/></Relationships>
</file>

<file path=ppt/slides/_rels/slide1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3.jpeg"/><Relationship Id="rId7" Type="http://schemas.microsoft.com/office/2007/relationships/hdphoto" Target="../media/hdphoto2.wdp"/><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png"/><Relationship Id="rId5" Type="http://schemas.microsoft.com/office/2007/relationships/hdphoto" Target="../media/hdphoto1.wdp"/><Relationship Id="rId4" Type="http://schemas.openxmlformats.org/officeDocument/2006/relationships/image" Target="../media/image1.png"/><Relationship Id="rId9" Type="http://schemas.openxmlformats.org/officeDocument/2006/relationships/image" Target="../media/image14.png"/></Relationships>
</file>

<file path=ppt/slides/_rels/slide1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2.png"/><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2.png"/><Relationship Id="rId4" Type="http://schemas.microsoft.com/office/2007/relationships/hdphoto" Target="../media/hdphoto1.wdp"/><Relationship Id="rId9" Type="http://schemas.openxmlformats.org/officeDocument/2006/relationships/image" Target="../media/image14.png"/></Relationships>
</file>

<file path=ppt/slides/_rels/slide1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microsoft.com/office/2007/relationships/hdphoto" Target="../media/hdphoto2.wdp"/><Relationship Id="rId11" Type="http://schemas.openxmlformats.org/officeDocument/2006/relationships/image" Target="../media/image20.png"/><Relationship Id="rId5" Type="http://schemas.openxmlformats.org/officeDocument/2006/relationships/image" Target="../media/image2.png"/><Relationship Id="rId10" Type="http://schemas.openxmlformats.org/officeDocument/2006/relationships/image" Target="../media/image19.png"/><Relationship Id="rId4" Type="http://schemas.microsoft.com/office/2007/relationships/hdphoto" Target="../media/hdphoto1.wdp"/><Relationship Id="rId9" Type="http://schemas.openxmlformats.org/officeDocument/2006/relationships/image" Target="../media/image18.png"/></Relationships>
</file>

<file path=ppt/slides/_rels/slide16.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7.png"/><Relationship Id="rId18" Type="http://schemas.microsoft.com/office/2007/relationships/hdphoto" Target="../media/hdphoto2.wdp"/><Relationship Id="rId3" Type="http://schemas.openxmlformats.org/officeDocument/2006/relationships/image" Target="../media/image1.png"/><Relationship Id="rId7" Type="http://schemas.openxmlformats.org/officeDocument/2006/relationships/image" Target="../media/image22.png"/><Relationship Id="rId12" Type="http://schemas.openxmlformats.org/officeDocument/2006/relationships/image" Target="../media/image26.png"/><Relationship Id="rId17" Type="http://schemas.openxmlformats.org/officeDocument/2006/relationships/image" Target="../media/image2.png"/><Relationship Id="rId2" Type="http://schemas.openxmlformats.org/officeDocument/2006/relationships/notesSlide" Target="../notesSlides/notesSlide16.xml"/><Relationship Id="rId16" Type="http://schemas.openxmlformats.org/officeDocument/2006/relationships/image" Target="../media/image29.png"/><Relationship Id="rId1" Type="http://schemas.openxmlformats.org/officeDocument/2006/relationships/slideLayout" Target="../slideLayouts/slideLayout1.xml"/><Relationship Id="rId6" Type="http://schemas.openxmlformats.org/officeDocument/2006/relationships/image" Target="../media/image21.png"/><Relationship Id="rId11" Type="http://schemas.openxmlformats.org/officeDocument/2006/relationships/image" Target="../media/image26.emf"/><Relationship Id="rId5" Type="http://schemas.openxmlformats.org/officeDocument/2006/relationships/image" Target="../media/image3.png"/><Relationship Id="rId15" Type="http://schemas.openxmlformats.org/officeDocument/2006/relationships/image" Target="../media/image27.emf"/><Relationship Id="rId10" Type="http://schemas.openxmlformats.org/officeDocument/2006/relationships/image" Target="../media/image25.png"/><Relationship Id="rId19" Type="http://schemas.openxmlformats.org/officeDocument/2006/relationships/image" Target="../media/image20.png"/><Relationship Id="rId4" Type="http://schemas.microsoft.com/office/2007/relationships/hdphoto" Target="../media/hdphoto1.wdp"/><Relationship Id="rId9" Type="http://schemas.openxmlformats.org/officeDocument/2006/relationships/image" Target="../media/image24.png"/><Relationship Id="rId14" Type="http://schemas.openxmlformats.org/officeDocument/2006/relationships/image" Target="../media/image28.png"/></Relationships>
</file>

<file path=ppt/slides/_rels/slide17.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3.png"/><Relationship Id="rId3" Type="http://schemas.openxmlformats.org/officeDocument/2006/relationships/image" Target="../media/image1.png"/><Relationship Id="rId7" Type="http://schemas.openxmlformats.org/officeDocument/2006/relationships/image" Target="../media/image3.png"/><Relationship Id="rId12"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microsoft.com/office/2007/relationships/hdphoto" Target="../media/hdphoto2.wdp"/><Relationship Id="rId11" Type="http://schemas.microsoft.com/office/2007/relationships/hdphoto" Target="../media/hdphoto4.wdp"/><Relationship Id="rId5" Type="http://schemas.openxmlformats.org/officeDocument/2006/relationships/image" Target="../media/image2.png"/><Relationship Id="rId15" Type="http://schemas.openxmlformats.org/officeDocument/2006/relationships/image" Target="../media/image20.png"/><Relationship Id="rId10" Type="http://schemas.openxmlformats.org/officeDocument/2006/relationships/image" Target="../media/image31.png"/><Relationship Id="rId4" Type="http://schemas.microsoft.com/office/2007/relationships/hdphoto" Target="../media/hdphoto1.wdp"/><Relationship Id="rId9" Type="http://schemas.microsoft.com/office/2007/relationships/hdphoto" Target="../media/hdphoto3.wdp"/><Relationship Id="rId14" Type="http://schemas.openxmlformats.org/officeDocument/2006/relationships/image" Target="../media/image34.png"/></Relationships>
</file>

<file path=ppt/slides/_rels/slide18.xml.rels><?xml version="1.0" encoding="UTF-8" standalone="yes"?>
<Relationships xmlns="http://schemas.openxmlformats.org/package/2006/relationships"><Relationship Id="rId13" Type="http://schemas.openxmlformats.org/officeDocument/2006/relationships/image" Target="../media/image26.emf"/><Relationship Id="rId18" Type="http://schemas.openxmlformats.org/officeDocument/2006/relationships/image" Target="../media/image57.png"/><Relationship Id="rId3" Type="http://schemas.openxmlformats.org/officeDocument/2006/relationships/image" Target="../media/image36.png"/><Relationship Id="rId7" Type="http://schemas.microsoft.com/office/2007/relationships/hdphoto" Target="../media/hdphoto2.wdp"/><Relationship Id="rId12" Type="http://schemas.openxmlformats.org/officeDocument/2006/relationships/image" Target="../media/image29.png"/><Relationship Id="rId2" Type="http://schemas.openxmlformats.org/officeDocument/2006/relationships/notesSlide" Target="../notesSlides/notesSlide18.xml"/><Relationship Id="rId16" Type="http://schemas.openxmlformats.org/officeDocument/2006/relationships/image" Target="../media/image55.png"/><Relationship Id="rId20"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2.png"/><Relationship Id="rId11" Type="http://schemas.openxmlformats.org/officeDocument/2006/relationships/image" Target="../media/image35.png"/><Relationship Id="rId5" Type="http://schemas.microsoft.com/office/2007/relationships/hdphoto" Target="../media/hdphoto1.wdp"/><Relationship Id="rId15" Type="http://schemas.openxmlformats.org/officeDocument/2006/relationships/image" Target="../media/image54.png"/><Relationship Id="rId10" Type="http://schemas.openxmlformats.org/officeDocument/2006/relationships/image" Target="../media/image440.png"/><Relationship Id="rId19" Type="http://schemas.openxmlformats.org/officeDocument/2006/relationships/image" Target="../media/image3.png"/><Relationship Id="rId4" Type="http://schemas.openxmlformats.org/officeDocument/2006/relationships/image" Target="../media/image1.png"/><Relationship Id="rId9" Type="http://schemas.openxmlformats.org/officeDocument/2006/relationships/image" Target="../media/image430.png"/><Relationship Id="rId14" Type="http://schemas.openxmlformats.org/officeDocument/2006/relationships/image" Target="../media/image53.png"/></Relationships>
</file>

<file path=ppt/slides/_rels/slide1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gif"/><Relationship Id="rId10" Type="http://schemas.openxmlformats.org/officeDocument/2006/relationships/image" Target="../media/image20.png"/><Relationship Id="rId4" Type="http://schemas.microsoft.com/office/2007/relationships/hdphoto" Target="../media/hdphoto1.wdp"/><Relationship Id="rId9" Type="http://schemas.microsoft.com/office/2007/relationships/hdphoto" Target="../media/hdphoto2.wdp"/></Relationships>
</file>

<file path=ppt/slides/_rels/slide20.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1.png"/><Relationship Id="rId7" Type="http://schemas.microsoft.com/office/2007/relationships/hdphoto" Target="../media/hdphoto2.wdp"/><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3.pn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B6571-9B15-7110-A3D4-DB9EB56AC230}"/>
            </a:ext>
          </a:extLst>
        </p:cNvPr>
        <p:cNvGrpSpPr/>
        <p:nvPr/>
      </p:nvGrpSpPr>
      <p:grpSpPr>
        <a:xfrm>
          <a:off x="0" y="0"/>
          <a:ext cx="0" cy="0"/>
          <a:chOff x="0" y="0"/>
          <a:chExt cx="0" cy="0"/>
        </a:xfrm>
      </p:grpSpPr>
      <p:pic>
        <p:nvPicPr>
          <p:cNvPr id="8" name="Picture 7" descr="Scuba divers under water&#10;&#10;AI-generated content may be incorrect.">
            <a:extLst>
              <a:ext uri="{FF2B5EF4-FFF2-40B4-BE49-F238E27FC236}">
                <a16:creationId xmlns:a16="http://schemas.microsoft.com/office/drawing/2014/main" id="{8C7F44B5-8F10-5BEA-195E-05A3F6C204B6}"/>
              </a:ext>
            </a:extLst>
          </p:cNvPr>
          <p:cNvPicPr>
            <a:picLocks noGrp="1" noRot="1" noChangeAspect="1" noMove="1" noResize="1" noEditPoints="1" noAdjustHandles="1" noChangeArrowheads="1" noChangeShapeType="1" noCrop="1"/>
          </p:cNvPicPr>
          <p:nvPr/>
        </p:nvPicPr>
        <p:blipFill>
          <a:blip r:embed="rId3" cstate="screen">
            <a:extLst>
              <a:ext uri="{BEBA8EAE-BF5A-486C-A8C5-ECC9F3942E4B}">
                <a14:imgProps xmlns:a14="http://schemas.microsoft.com/office/drawing/2010/main">
                  <a14:imgLayer r:embed="rId4">
                    <a14:imgEffect>
                      <a14:brightnessContrast bright="-60000"/>
                    </a14:imgEffect>
                  </a14:imgLayer>
                </a14:imgProps>
              </a:ext>
              <a:ext uri="{28A0092B-C50C-407E-A947-70E740481C1C}">
                <a14:useLocalDpi xmlns:a14="http://schemas.microsoft.com/office/drawing/2010/main"/>
              </a:ext>
            </a:extLst>
          </a:blip>
          <a:srcRect/>
          <a:stretch/>
        </p:blipFill>
        <p:spPr>
          <a:xfrm>
            <a:off x="1" y="-3750"/>
            <a:ext cx="1591982" cy="6858000"/>
          </a:xfrm>
          <a:prstGeom prst="rect">
            <a:avLst/>
          </a:prstGeom>
        </p:spPr>
      </p:pic>
      <p:pic>
        <p:nvPicPr>
          <p:cNvPr id="10" name="Picture 9" descr="Scuba divers under water&#10;&#10;AI-generated content may be incorrect.">
            <a:extLst>
              <a:ext uri="{FF2B5EF4-FFF2-40B4-BE49-F238E27FC236}">
                <a16:creationId xmlns:a16="http://schemas.microsoft.com/office/drawing/2014/main" id="{206B1D5E-6679-348D-9EAD-040788968469}"/>
              </a:ext>
            </a:extLst>
          </p:cNvPr>
          <p:cNvPicPr>
            <a:picLocks noGrp="1" noRot="1" noChangeAspect="1" noMove="1" noResize="1" noEditPoints="1" noAdjustHandles="1" noChangeArrowheads="1" noChangeShapeType="1" noCrop="1"/>
          </p:cNvPicPr>
          <p:nvPr/>
        </p:nvPicPr>
        <p:blipFill>
          <a:blip r:embed="rId5" cstate="screen">
            <a:extLst>
              <a:ext uri="{BEBA8EAE-BF5A-486C-A8C5-ECC9F3942E4B}">
                <a14:imgProps xmlns:a14="http://schemas.microsoft.com/office/drawing/2010/main">
                  <a14:imgLayer r:embed="rId6">
                    <a14:imgEffect>
                      <a14:brightnessContrast bright="-60000"/>
                    </a14:imgEffect>
                  </a14:imgLayer>
                </a14:imgProps>
              </a:ext>
              <a:ext uri="{28A0092B-C50C-407E-A947-70E740481C1C}">
                <a14:useLocalDpi xmlns:a14="http://schemas.microsoft.com/office/drawing/2010/main"/>
              </a:ext>
            </a:extLst>
          </a:blip>
          <a:srcRect/>
          <a:stretch/>
        </p:blipFill>
        <p:spPr>
          <a:xfrm>
            <a:off x="-15" y="0"/>
            <a:ext cx="12192011" cy="671089"/>
          </a:xfrm>
          <a:prstGeom prst="rect">
            <a:avLst/>
          </a:prstGeom>
        </p:spPr>
      </p:pic>
      <p:cxnSp>
        <p:nvCxnSpPr>
          <p:cNvPr id="32" name="Straight Connector 31">
            <a:extLst>
              <a:ext uri="{FF2B5EF4-FFF2-40B4-BE49-F238E27FC236}">
                <a16:creationId xmlns:a16="http://schemas.microsoft.com/office/drawing/2014/main" id="{6B442817-3692-CC72-790B-810A1014272D}"/>
              </a:ext>
            </a:extLst>
          </p:cNvPr>
          <p:cNvCxnSpPr>
            <a:cxnSpLocks noGrp="1" noRot="1" noMove="1" noResize="1" noEditPoints="1" noAdjustHandles="1" noChangeArrowheads="1" noChangeShapeType="1"/>
          </p:cNvCxnSpPr>
          <p:nvPr/>
        </p:nvCxnSpPr>
        <p:spPr>
          <a:xfrm>
            <a:off x="-3" y="657106"/>
            <a:ext cx="12192003" cy="0"/>
          </a:xfrm>
          <a:prstGeom prst="line">
            <a:avLst/>
          </a:prstGeom>
          <a:ln w="53975">
            <a:gradFill>
              <a:gsLst>
                <a:gs pos="50000">
                  <a:srgbClr val="EE3C34"/>
                </a:gs>
                <a:gs pos="100000">
                  <a:srgbClr val="EE3C34"/>
                </a:gs>
                <a:gs pos="0">
                  <a:srgbClr val="EE3C34">
                    <a:alpha val="0"/>
                  </a:srgbClr>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1" name="Right Triangle 20">
            <a:extLst>
              <a:ext uri="{FF2B5EF4-FFF2-40B4-BE49-F238E27FC236}">
                <a16:creationId xmlns:a16="http://schemas.microsoft.com/office/drawing/2014/main" id="{59F0FEE8-8000-BE66-AEAE-DA75EE8CAF36}"/>
              </a:ext>
            </a:extLst>
          </p:cNvPr>
          <p:cNvSpPr>
            <a:spLocks noGrp="1" noRot="1" noMove="1" noResize="1" noEditPoints="1" noAdjustHandles="1" noChangeArrowheads="1" noChangeShapeType="1"/>
          </p:cNvSpPr>
          <p:nvPr/>
        </p:nvSpPr>
        <p:spPr>
          <a:xfrm flipH="1">
            <a:off x="0" y="5309760"/>
            <a:ext cx="1591982" cy="1548239"/>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092398E-E35D-48C1-F2A9-5C7230E612F3}"/>
              </a:ext>
            </a:extLst>
          </p:cNvPr>
          <p:cNvSpPr txBox="1">
            <a:spLocks/>
          </p:cNvSpPr>
          <p:nvPr/>
        </p:nvSpPr>
        <p:spPr>
          <a:xfrm>
            <a:off x="228600" y="50716"/>
            <a:ext cx="2725615" cy="523220"/>
          </a:xfrm>
          <a:prstGeom prst="rect">
            <a:avLst/>
          </a:prstGeom>
          <a:noFill/>
        </p:spPr>
        <p:txBody>
          <a:bodyPr wrap="square" rtlCol="0">
            <a:spAutoFit/>
          </a:bodyPr>
          <a:lstStyle/>
          <a:p>
            <a:r>
              <a:rPr lang="en-US" sz="2800" b="1" dirty="0">
                <a:solidFill>
                  <a:srgbClr val="E7EBEE"/>
                </a:solidFill>
                <a:latin typeface="Corbel" panose="020B0503020204020204" pitchFamily="34" charset="0"/>
                <a:ea typeface="Verdana" panose="020B0604030504040204" pitchFamily="34" charset="0"/>
                <a:cs typeface="Beirut" pitchFamily="2" charset="-78"/>
              </a:rPr>
              <a:t>1. </a:t>
            </a:r>
            <a:r>
              <a:rPr lang="en-US" sz="2800" b="1" dirty="0">
                <a:solidFill>
                  <a:srgbClr val="FFC000"/>
                </a:solidFill>
                <a:latin typeface="Corbel" panose="020B0503020204020204" pitchFamily="34" charset="0"/>
                <a:ea typeface="Verdana" panose="020B0604030504040204" pitchFamily="34" charset="0"/>
                <a:cs typeface="Beirut" pitchFamily="2" charset="-78"/>
              </a:rPr>
              <a:t>Overview</a:t>
            </a:r>
          </a:p>
        </p:txBody>
      </p:sp>
      <p:sp>
        <p:nvSpPr>
          <p:cNvPr id="18" name="TextBox 17">
            <a:extLst>
              <a:ext uri="{FF2B5EF4-FFF2-40B4-BE49-F238E27FC236}">
                <a16:creationId xmlns:a16="http://schemas.microsoft.com/office/drawing/2014/main" id="{416DB611-06AA-545E-F5BF-2A64CAC439B6}"/>
              </a:ext>
            </a:extLst>
          </p:cNvPr>
          <p:cNvSpPr txBox="1">
            <a:spLocks/>
          </p:cNvSpPr>
          <p:nvPr/>
        </p:nvSpPr>
        <p:spPr>
          <a:xfrm>
            <a:off x="3231381" y="50716"/>
            <a:ext cx="2233795"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2. Economics </a:t>
            </a:r>
            <a:endParaRPr lang="en-US" sz="2800" b="1" dirty="0">
              <a:solidFill>
                <a:srgbClr val="FFC000"/>
              </a:solidFill>
              <a:latin typeface="Corbel" panose="020B0503020204020204" pitchFamily="34" charset="0"/>
              <a:ea typeface="Verdana" panose="020B0604030504040204" pitchFamily="34" charset="0"/>
              <a:cs typeface="Beirut" pitchFamily="2" charset="-78"/>
            </a:endParaRPr>
          </a:p>
        </p:txBody>
      </p:sp>
      <p:sp>
        <p:nvSpPr>
          <p:cNvPr id="22" name="TextBox 21">
            <a:extLst>
              <a:ext uri="{FF2B5EF4-FFF2-40B4-BE49-F238E27FC236}">
                <a16:creationId xmlns:a16="http://schemas.microsoft.com/office/drawing/2014/main" id="{1C56F806-F286-3DF8-0386-7E66DE97B08A}"/>
              </a:ext>
            </a:extLst>
          </p:cNvPr>
          <p:cNvSpPr txBox="1">
            <a:spLocks/>
          </p:cNvSpPr>
          <p:nvPr/>
        </p:nvSpPr>
        <p:spPr>
          <a:xfrm>
            <a:off x="6349628" y="50716"/>
            <a:ext cx="3297580"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3. Tourism</a:t>
            </a:r>
          </a:p>
        </p:txBody>
      </p:sp>
      <p:sp>
        <p:nvSpPr>
          <p:cNvPr id="12" name="TextBox 11">
            <a:extLst>
              <a:ext uri="{FF2B5EF4-FFF2-40B4-BE49-F238E27FC236}">
                <a16:creationId xmlns:a16="http://schemas.microsoft.com/office/drawing/2014/main" id="{3A0BF129-5778-A19A-BE64-A4E9F0C9F9AA}"/>
              </a:ext>
            </a:extLst>
          </p:cNvPr>
          <p:cNvSpPr txBox="1"/>
          <p:nvPr/>
        </p:nvSpPr>
        <p:spPr>
          <a:xfrm>
            <a:off x="8006195" y="6097879"/>
            <a:ext cx="3474026" cy="738664"/>
          </a:xfrm>
          <a:prstGeom prst="rect">
            <a:avLst/>
          </a:prstGeom>
          <a:noFill/>
        </p:spPr>
        <p:txBody>
          <a:bodyPr wrap="square" rtlCol="0">
            <a:spAutoFit/>
          </a:bodyPr>
          <a:lstStyle/>
          <a:p>
            <a:pPr algn="r"/>
            <a:r>
              <a:rPr lang="en-US" sz="1400" b="1" dirty="0">
                <a:latin typeface="Corbel" panose="020B0503020204020204" pitchFamily="34" charset="0"/>
                <a:ea typeface="Verdana" panose="020B0604030504040204" pitchFamily="34" charset="0"/>
                <a:cs typeface="Beirut" pitchFamily="2" charset="-78"/>
              </a:rPr>
              <a:t>Orlando Timmerman</a:t>
            </a:r>
          </a:p>
          <a:p>
            <a:pPr algn="r"/>
            <a:r>
              <a:rPr lang="en-US" sz="1400" b="1" dirty="0">
                <a:latin typeface="Corbel" panose="020B0503020204020204" pitchFamily="34" charset="0"/>
                <a:ea typeface="Verdana" panose="020B0604030504040204" pitchFamily="34" charset="0"/>
                <a:cs typeface="Beirut" pitchFamily="2" charset="-78"/>
              </a:rPr>
              <a:t>Department of Earth Sciences</a:t>
            </a:r>
          </a:p>
          <a:p>
            <a:pPr algn="r"/>
            <a:r>
              <a:rPr lang="en-US" sz="1400" b="1" dirty="0" err="1">
                <a:latin typeface="Corbel" panose="020B0503020204020204" pitchFamily="34" charset="0"/>
                <a:ea typeface="Verdana" panose="020B0604030504040204" pitchFamily="34" charset="0"/>
                <a:cs typeface="Beirut" pitchFamily="2" charset="-78"/>
              </a:rPr>
              <a:t>Calcifiers</a:t>
            </a:r>
            <a:r>
              <a:rPr lang="en-US" sz="1400" b="1" dirty="0">
                <a:latin typeface="Corbel" panose="020B0503020204020204" pitchFamily="34" charset="0"/>
                <a:ea typeface="Verdana" panose="020B0604030504040204" pitchFamily="34" charset="0"/>
                <a:cs typeface="Beirut" pitchFamily="2" charset="-78"/>
              </a:rPr>
              <a:t> Group Meeting | 30.10.25</a:t>
            </a:r>
          </a:p>
        </p:txBody>
      </p:sp>
      <p:pic>
        <p:nvPicPr>
          <p:cNvPr id="2" name="Picture 16" descr="University of Cambridge Logo PNG Transparent &amp; SVG Vector - Freebie Supply">
            <a:extLst>
              <a:ext uri="{FF2B5EF4-FFF2-40B4-BE49-F238E27FC236}">
                <a16:creationId xmlns:a16="http://schemas.microsoft.com/office/drawing/2014/main" id="{E877B717-7523-F548-C85A-98FA47BE218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563928" y="6149159"/>
            <a:ext cx="506380" cy="636104"/>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D2DE7871-B3A5-7C76-6A3E-FC381B7744C9}"/>
              </a:ext>
            </a:extLst>
          </p:cNvPr>
          <p:cNvSpPr txBox="1">
            <a:spLocks/>
          </p:cNvSpPr>
          <p:nvPr/>
        </p:nvSpPr>
        <p:spPr>
          <a:xfrm>
            <a:off x="9195583" y="50716"/>
            <a:ext cx="2725614"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4. Proposal</a:t>
            </a:r>
          </a:p>
        </p:txBody>
      </p:sp>
      <p:sp>
        <p:nvSpPr>
          <p:cNvPr id="40" name="TextBox 39">
            <a:extLst>
              <a:ext uri="{FF2B5EF4-FFF2-40B4-BE49-F238E27FC236}">
                <a16:creationId xmlns:a16="http://schemas.microsoft.com/office/drawing/2014/main" id="{E34B88CD-B769-5153-DD6A-DD33D7422683}"/>
              </a:ext>
            </a:extLst>
          </p:cNvPr>
          <p:cNvSpPr txBox="1"/>
          <p:nvPr/>
        </p:nvSpPr>
        <p:spPr>
          <a:xfrm>
            <a:off x="2213152" y="1507058"/>
            <a:ext cx="9350776" cy="4001095"/>
          </a:xfrm>
          <a:prstGeom prst="rect">
            <a:avLst/>
          </a:prstGeom>
          <a:noFill/>
        </p:spPr>
        <p:txBody>
          <a:bodyPr wrap="square" lIns="0" tIns="0" rIns="0" bIns="0" rtlCol="0">
            <a:spAutoFit/>
          </a:bodyPr>
          <a:lstStyle/>
          <a:p>
            <a:r>
              <a:rPr lang="en-GB" sz="2400" b="1" dirty="0">
                <a:latin typeface="Corbel" panose="020B0503020204020204" pitchFamily="34" charset="0"/>
              </a:rPr>
              <a:t>Motivation</a:t>
            </a:r>
            <a:endParaRPr lang="en-GB" sz="2000" b="1" dirty="0">
              <a:latin typeface="Corbel" panose="020B0503020204020204" pitchFamily="34" charset="0"/>
            </a:endParaRPr>
          </a:p>
          <a:p>
            <a:r>
              <a:rPr lang="en-GB" sz="2000" dirty="0">
                <a:solidFill>
                  <a:schemeClr val="tx1"/>
                </a:solidFill>
                <a:latin typeface="Corbel" panose="020B0503020204020204" pitchFamily="34" charset="0"/>
              </a:rPr>
              <a:t>Decline of coral reefs under climate change (driven by the few) will </a:t>
            </a:r>
            <a:r>
              <a:rPr lang="en-GB" sz="2000" dirty="0">
                <a:latin typeface="Corbel" panose="020B0503020204020204" pitchFamily="34" charset="0"/>
              </a:rPr>
              <a:t>disproportionally affect the many who rely on their local reefs.</a:t>
            </a:r>
            <a:endParaRPr lang="en-GB" sz="2000" dirty="0">
              <a:solidFill>
                <a:schemeClr val="tx1"/>
              </a:solidFill>
              <a:latin typeface="Corbel" panose="020B0503020204020204" pitchFamily="34" charset="0"/>
            </a:endParaRPr>
          </a:p>
          <a:p>
            <a:endParaRPr lang="en-GB" sz="2000" dirty="0">
              <a:latin typeface="Corbel" panose="020B0503020204020204" pitchFamily="34" charset="0"/>
            </a:endParaRPr>
          </a:p>
          <a:p>
            <a:r>
              <a:rPr lang="en-GB" sz="2400" b="1" dirty="0">
                <a:latin typeface="Corbel" panose="020B0503020204020204" pitchFamily="34" charset="0"/>
              </a:rPr>
              <a:t>Specific motivation</a:t>
            </a:r>
            <a:endParaRPr lang="en-GB" sz="2000" b="1" dirty="0">
              <a:latin typeface="Corbel" panose="020B0503020204020204" pitchFamily="34" charset="0"/>
            </a:endParaRPr>
          </a:p>
          <a:p>
            <a:r>
              <a:rPr lang="en-GB" sz="2000" dirty="0">
                <a:latin typeface="Corbel" panose="020B0503020204020204" pitchFamily="34" charset="0"/>
              </a:rPr>
              <a:t>Upcoming EAERE Interdisciplinary school workshop. Extended abstract required:</a:t>
            </a:r>
          </a:p>
          <a:p>
            <a:endParaRPr lang="en-GB" sz="2000" dirty="0">
              <a:latin typeface="Corbel" panose="020B0503020204020204" pitchFamily="34" charset="0"/>
            </a:endParaRPr>
          </a:p>
          <a:p>
            <a:r>
              <a:rPr lang="en-GB" i="1" dirty="0">
                <a:latin typeface="Corbel" panose="020B0503020204020204" pitchFamily="34" charset="0"/>
              </a:rPr>
              <a:t>Valuing and monitoring the state of ecosystems is essential for assessing the socio-economic consequences of service degradation and informing sustainable management practices … there is a strong need to further develop and implement appropriate methods for the valuation of natural resources</a:t>
            </a:r>
          </a:p>
          <a:p>
            <a:endParaRPr lang="en-GB" sz="2000" dirty="0">
              <a:latin typeface="Corbel" panose="020B0503020204020204" pitchFamily="34" charset="0"/>
            </a:endParaRPr>
          </a:p>
          <a:p>
            <a:r>
              <a:rPr lang="en-GB" sz="2000" dirty="0">
                <a:latin typeface="Corbel" panose="020B0503020204020204" pitchFamily="34" charset="0"/>
              </a:rPr>
              <a:t>Submission deadline </a:t>
            </a:r>
            <a:r>
              <a:rPr lang="en-GB" sz="2000" b="1" dirty="0">
                <a:latin typeface="Corbel" panose="020B0503020204020204" pitchFamily="34" charset="0"/>
              </a:rPr>
              <a:t>Monday 3</a:t>
            </a:r>
            <a:r>
              <a:rPr lang="en-GB" sz="2000" b="1" baseline="30000" dirty="0">
                <a:latin typeface="Corbel" panose="020B0503020204020204" pitchFamily="34" charset="0"/>
              </a:rPr>
              <a:t>rd</a:t>
            </a:r>
            <a:r>
              <a:rPr lang="en-GB" sz="2000" b="1" dirty="0">
                <a:latin typeface="Corbel" panose="020B0503020204020204" pitchFamily="34" charset="0"/>
              </a:rPr>
              <a:t> November</a:t>
            </a:r>
            <a:r>
              <a:rPr lang="en-GB" sz="2000" dirty="0">
                <a:latin typeface="Corbel" panose="020B0503020204020204" pitchFamily="34" charset="0"/>
              </a:rPr>
              <a:t>. </a:t>
            </a:r>
            <a:endParaRPr lang="en-GB" sz="2000" dirty="0">
              <a:solidFill>
                <a:schemeClr val="tx1"/>
              </a:solidFill>
              <a:latin typeface="Corbel" panose="020B0503020204020204" pitchFamily="34" charset="0"/>
            </a:endParaRPr>
          </a:p>
        </p:txBody>
      </p:sp>
      <p:sp>
        <p:nvSpPr>
          <p:cNvPr id="41" name="Rectangle 40">
            <a:extLst>
              <a:ext uri="{FF2B5EF4-FFF2-40B4-BE49-F238E27FC236}">
                <a16:creationId xmlns:a16="http://schemas.microsoft.com/office/drawing/2014/main" id="{4CFCF550-1BC9-3846-1ED6-037DAEC03DE6}"/>
              </a:ext>
            </a:extLst>
          </p:cNvPr>
          <p:cNvSpPr>
            <a:spLocks/>
          </p:cNvSpPr>
          <p:nvPr/>
        </p:nvSpPr>
        <p:spPr>
          <a:xfrm>
            <a:off x="2004843" y="3818449"/>
            <a:ext cx="72000" cy="996557"/>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5145978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childTnLst>
                                    <p:animClr clrSpc="rgb" dir="cw">
                                      <p:cBhvr override="childStyle">
                                        <p:cTn id="6" dur="1000" fill="hold"/>
                                        <p:tgtEl>
                                          <p:spTgt spid="40">
                                            <p:txEl>
                                              <p:pRg st="0" end="0"/>
                                            </p:txEl>
                                          </p:spTgt>
                                        </p:tgtEl>
                                        <p:attrNameLst>
                                          <p:attrName>style.color</p:attrName>
                                        </p:attrNameLst>
                                      </p:cBhvr>
                                      <p:to>
                                        <a:schemeClr val="tx1"/>
                                      </p:to>
                                    </p:animClr>
                                  </p:childTnLst>
                                </p:cTn>
                              </p:par>
                            </p:childTnLst>
                          </p:cTn>
                        </p:par>
                      </p:childTnLst>
                    </p:cTn>
                  </p:par>
                  <p:par>
                    <p:cTn id="7" fill="hold">
                      <p:stCondLst>
                        <p:cond delay="indefinite"/>
                      </p:stCondLst>
                      <p:childTnLst>
                        <p:par>
                          <p:cTn id="8" fill="hold">
                            <p:stCondLst>
                              <p:cond delay="0"/>
                            </p:stCondLst>
                            <p:childTnLst>
                              <p:par>
                                <p:cTn id="9" presetID="3" presetClass="emph" presetSubtype="2" fill="hold" grpId="0" nodeType="clickEffect">
                                  <p:stCondLst>
                                    <p:cond delay="0"/>
                                  </p:stCondLst>
                                  <p:childTnLst>
                                    <p:animClr clrSpc="rgb" dir="cw">
                                      <p:cBhvr override="childStyle">
                                        <p:cTn id="10" dur="1000" fill="hold"/>
                                        <p:tgtEl>
                                          <p:spTgt spid="40">
                                            <p:txEl>
                                              <p:pRg st="1" end="1"/>
                                            </p:txEl>
                                          </p:spTgt>
                                        </p:tgtEl>
                                        <p:attrNameLst>
                                          <p:attrName>style.color</p:attrName>
                                        </p:attrNameLst>
                                      </p:cBhvr>
                                      <p:to>
                                        <a:schemeClr val="tx1"/>
                                      </p:to>
                                    </p:animClr>
                                  </p:childTnLst>
                                </p:cTn>
                              </p:par>
                            </p:childTnLst>
                          </p:cTn>
                        </p:par>
                      </p:childTnLst>
                    </p:cTn>
                  </p:par>
                  <p:par>
                    <p:cTn id="11" fill="hold">
                      <p:stCondLst>
                        <p:cond delay="indefinite"/>
                      </p:stCondLst>
                      <p:childTnLst>
                        <p:par>
                          <p:cTn id="12" fill="hold">
                            <p:stCondLst>
                              <p:cond delay="0"/>
                            </p:stCondLst>
                            <p:childTnLst>
                              <p:par>
                                <p:cTn id="13" presetID="3" presetClass="emph" presetSubtype="2" fill="hold" grpId="0" nodeType="clickEffect">
                                  <p:stCondLst>
                                    <p:cond delay="0"/>
                                  </p:stCondLst>
                                  <p:childTnLst>
                                    <p:animClr clrSpc="rgb" dir="cw">
                                      <p:cBhvr override="childStyle">
                                        <p:cTn id="14" dur="1000" fill="hold"/>
                                        <p:tgtEl>
                                          <p:spTgt spid="40">
                                            <p:txEl>
                                              <p:pRg st="3" end="3"/>
                                            </p:txEl>
                                          </p:spTgt>
                                        </p:tgtEl>
                                        <p:attrNameLst>
                                          <p:attrName>style.color</p:attrName>
                                        </p:attrNameLst>
                                      </p:cBhvr>
                                      <p:to>
                                        <a:schemeClr val="tx1"/>
                                      </p:to>
                                    </p:animClr>
                                  </p:childTnLst>
                                </p:cTn>
                              </p:par>
                            </p:childTnLst>
                          </p:cTn>
                        </p:par>
                      </p:childTnLst>
                    </p:cTn>
                  </p:par>
                  <p:par>
                    <p:cTn id="15" fill="hold">
                      <p:stCondLst>
                        <p:cond delay="indefinite"/>
                      </p:stCondLst>
                      <p:childTnLst>
                        <p:par>
                          <p:cTn id="16" fill="hold">
                            <p:stCondLst>
                              <p:cond delay="0"/>
                            </p:stCondLst>
                            <p:childTnLst>
                              <p:par>
                                <p:cTn id="17" presetID="3" presetClass="emph" presetSubtype="2" fill="hold" grpId="0" nodeType="clickEffect">
                                  <p:stCondLst>
                                    <p:cond delay="0"/>
                                  </p:stCondLst>
                                  <p:childTnLst>
                                    <p:animClr clrSpc="rgb" dir="cw">
                                      <p:cBhvr override="childStyle">
                                        <p:cTn id="18" dur="1000" fill="hold"/>
                                        <p:tgtEl>
                                          <p:spTgt spid="40">
                                            <p:txEl>
                                              <p:pRg st="4" end="4"/>
                                            </p:txEl>
                                          </p:spTgt>
                                        </p:tgtEl>
                                        <p:attrNameLst>
                                          <p:attrName>style.color</p:attrName>
                                        </p:attrNameLst>
                                      </p:cBhvr>
                                      <p:to>
                                        <a:schemeClr val="tx1"/>
                                      </p:to>
                                    </p:animClr>
                                  </p:childTnLst>
                                </p:cTn>
                              </p:par>
                            </p:childTnLst>
                          </p:cTn>
                        </p:par>
                      </p:childTnLst>
                    </p:cTn>
                  </p:par>
                  <p:par>
                    <p:cTn id="19" fill="hold">
                      <p:stCondLst>
                        <p:cond delay="indefinite"/>
                      </p:stCondLst>
                      <p:childTnLst>
                        <p:par>
                          <p:cTn id="20" fill="hold">
                            <p:stCondLst>
                              <p:cond delay="0"/>
                            </p:stCondLst>
                            <p:childTnLst>
                              <p:par>
                                <p:cTn id="21" presetID="3" presetClass="emph" presetSubtype="2" fill="hold" grpId="0" nodeType="clickEffect">
                                  <p:stCondLst>
                                    <p:cond delay="0"/>
                                  </p:stCondLst>
                                  <p:childTnLst>
                                    <p:animClr clrSpc="rgb" dir="cw">
                                      <p:cBhvr override="childStyle">
                                        <p:cTn id="22" dur="1000" fill="hold"/>
                                        <p:tgtEl>
                                          <p:spTgt spid="40">
                                            <p:txEl>
                                              <p:pRg st="8" end="8"/>
                                            </p:txEl>
                                          </p:spTgt>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uiExpand="1"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2FBBB-17F3-02BF-C9E4-3A72397D8248}"/>
            </a:ext>
          </a:extLst>
        </p:cNvPr>
        <p:cNvGrpSpPr/>
        <p:nvPr/>
      </p:nvGrpSpPr>
      <p:grpSpPr>
        <a:xfrm>
          <a:off x="0" y="0"/>
          <a:ext cx="0" cy="0"/>
          <a:chOff x="0" y="0"/>
          <a:chExt cx="0" cy="0"/>
        </a:xfrm>
      </p:grpSpPr>
      <p:pic>
        <p:nvPicPr>
          <p:cNvPr id="8" name="Picture 7" descr="Scuba divers under water&#10;&#10;AI-generated content may be incorrect.">
            <a:extLst>
              <a:ext uri="{FF2B5EF4-FFF2-40B4-BE49-F238E27FC236}">
                <a16:creationId xmlns:a16="http://schemas.microsoft.com/office/drawing/2014/main" id="{0E6E29FB-E7C7-7ECB-9E50-D50780AB6385}"/>
              </a:ext>
            </a:extLst>
          </p:cNvPr>
          <p:cNvPicPr>
            <a:picLocks noGrp="1" noRot="1" noChangeAspect="1" noMove="1" noResize="1" noEditPoints="1" noAdjustHandles="1" noChangeArrowheads="1" noChangeShapeType="1" noCrop="1"/>
          </p:cNvPicPr>
          <p:nvPr/>
        </p:nvPicPr>
        <p:blipFill>
          <a:blip r:embed="rId3" cstate="screen">
            <a:extLst>
              <a:ext uri="{BEBA8EAE-BF5A-486C-A8C5-ECC9F3942E4B}">
                <a14:imgProps xmlns:a14="http://schemas.microsoft.com/office/drawing/2010/main">
                  <a14:imgLayer r:embed="rId4">
                    <a14:imgEffect>
                      <a14:brightnessContrast bright="-60000"/>
                    </a14:imgEffect>
                  </a14:imgLayer>
                </a14:imgProps>
              </a:ext>
              <a:ext uri="{28A0092B-C50C-407E-A947-70E740481C1C}">
                <a14:useLocalDpi xmlns:a14="http://schemas.microsoft.com/office/drawing/2010/main"/>
              </a:ext>
            </a:extLst>
          </a:blip>
          <a:srcRect/>
          <a:stretch/>
        </p:blipFill>
        <p:spPr>
          <a:xfrm>
            <a:off x="1" y="-3750"/>
            <a:ext cx="1591982" cy="6858000"/>
          </a:xfrm>
          <a:prstGeom prst="rect">
            <a:avLst/>
          </a:prstGeom>
        </p:spPr>
      </p:pic>
      <p:pic>
        <p:nvPicPr>
          <p:cNvPr id="10" name="Picture 9" descr="Scuba divers under water&#10;&#10;AI-generated content may be incorrect.">
            <a:extLst>
              <a:ext uri="{FF2B5EF4-FFF2-40B4-BE49-F238E27FC236}">
                <a16:creationId xmlns:a16="http://schemas.microsoft.com/office/drawing/2014/main" id="{25D278DB-C421-8F3C-DD78-16C2CE9D266F}"/>
              </a:ext>
            </a:extLst>
          </p:cNvPr>
          <p:cNvPicPr>
            <a:picLocks noGrp="1" noRot="1" noChangeAspect="1" noMove="1" noResize="1" noEditPoints="1" noAdjustHandles="1" noChangeArrowheads="1" noChangeShapeType="1" noCrop="1"/>
          </p:cNvPicPr>
          <p:nvPr/>
        </p:nvPicPr>
        <p:blipFill>
          <a:blip r:embed="rId5" cstate="screen">
            <a:extLst>
              <a:ext uri="{BEBA8EAE-BF5A-486C-A8C5-ECC9F3942E4B}">
                <a14:imgProps xmlns:a14="http://schemas.microsoft.com/office/drawing/2010/main">
                  <a14:imgLayer r:embed="rId6">
                    <a14:imgEffect>
                      <a14:brightnessContrast bright="-60000"/>
                    </a14:imgEffect>
                  </a14:imgLayer>
                </a14:imgProps>
              </a:ext>
              <a:ext uri="{28A0092B-C50C-407E-A947-70E740481C1C}">
                <a14:useLocalDpi xmlns:a14="http://schemas.microsoft.com/office/drawing/2010/main"/>
              </a:ext>
            </a:extLst>
          </a:blip>
          <a:srcRect/>
          <a:stretch/>
        </p:blipFill>
        <p:spPr>
          <a:xfrm>
            <a:off x="-15" y="0"/>
            <a:ext cx="12192011" cy="671089"/>
          </a:xfrm>
          <a:prstGeom prst="rect">
            <a:avLst/>
          </a:prstGeom>
        </p:spPr>
      </p:pic>
      <p:cxnSp>
        <p:nvCxnSpPr>
          <p:cNvPr id="32" name="Straight Connector 31">
            <a:extLst>
              <a:ext uri="{FF2B5EF4-FFF2-40B4-BE49-F238E27FC236}">
                <a16:creationId xmlns:a16="http://schemas.microsoft.com/office/drawing/2014/main" id="{0F882ACC-9909-E980-CD92-D2A02B0A1DFB}"/>
              </a:ext>
            </a:extLst>
          </p:cNvPr>
          <p:cNvCxnSpPr>
            <a:cxnSpLocks noGrp="1" noRot="1" noMove="1" noResize="1" noEditPoints="1" noAdjustHandles="1" noChangeArrowheads="1" noChangeShapeType="1"/>
          </p:cNvCxnSpPr>
          <p:nvPr/>
        </p:nvCxnSpPr>
        <p:spPr>
          <a:xfrm>
            <a:off x="-3" y="657106"/>
            <a:ext cx="12192003" cy="0"/>
          </a:xfrm>
          <a:prstGeom prst="line">
            <a:avLst/>
          </a:prstGeom>
          <a:ln w="53975">
            <a:gradFill>
              <a:gsLst>
                <a:gs pos="50000">
                  <a:srgbClr val="EE3C34"/>
                </a:gs>
                <a:gs pos="100000">
                  <a:srgbClr val="EE3C34"/>
                </a:gs>
                <a:gs pos="0">
                  <a:srgbClr val="EE3C34">
                    <a:alpha val="0"/>
                  </a:srgbClr>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1" name="Right Triangle 20">
            <a:extLst>
              <a:ext uri="{FF2B5EF4-FFF2-40B4-BE49-F238E27FC236}">
                <a16:creationId xmlns:a16="http://schemas.microsoft.com/office/drawing/2014/main" id="{1E8A1363-DB70-73D0-4757-1EFCB9C91351}"/>
              </a:ext>
            </a:extLst>
          </p:cNvPr>
          <p:cNvSpPr>
            <a:spLocks noGrp="1" noRot="1" noMove="1" noResize="1" noEditPoints="1" noAdjustHandles="1" noChangeArrowheads="1" noChangeShapeType="1"/>
          </p:cNvSpPr>
          <p:nvPr/>
        </p:nvSpPr>
        <p:spPr>
          <a:xfrm flipH="1">
            <a:off x="0" y="5309760"/>
            <a:ext cx="1591982" cy="1548239"/>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016833E-7EDD-6AFD-F501-60345C0734A2}"/>
              </a:ext>
            </a:extLst>
          </p:cNvPr>
          <p:cNvSpPr txBox="1">
            <a:spLocks/>
          </p:cNvSpPr>
          <p:nvPr/>
        </p:nvSpPr>
        <p:spPr>
          <a:xfrm>
            <a:off x="228600" y="50716"/>
            <a:ext cx="2725615" cy="523220"/>
          </a:xfrm>
          <a:prstGeom prst="rect">
            <a:avLst/>
          </a:prstGeom>
          <a:noFill/>
        </p:spPr>
        <p:txBody>
          <a:bodyPr wrap="square" rtlCol="0">
            <a:spAutoFit/>
          </a:bodyPr>
          <a:lstStyle/>
          <a:p>
            <a:r>
              <a:rPr lang="en-US" sz="2800" b="1" dirty="0">
                <a:solidFill>
                  <a:srgbClr val="E7EBEE"/>
                </a:solidFill>
                <a:latin typeface="Corbel" panose="020B0503020204020204" pitchFamily="34" charset="0"/>
                <a:ea typeface="Verdana" panose="020B0604030504040204" pitchFamily="34" charset="0"/>
                <a:cs typeface="Beirut" pitchFamily="2" charset="-78"/>
              </a:rPr>
              <a:t>1. </a:t>
            </a:r>
            <a:r>
              <a:rPr lang="en-US" sz="2800" b="1" dirty="0">
                <a:solidFill>
                  <a:srgbClr val="FFC000"/>
                </a:solidFill>
                <a:latin typeface="Corbel" panose="020B0503020204020204" pitchFamily="34" charset="0"/>
                <a:ea typeface="Verdana" panose="020B0604030504040204" pitchFamily="34" charset="0"/>
                <a:cs typeface="Beirut" pitchFamily="2" charset="-78"/>
              </a:rPr>
              <a:t>Overview</a:t>
            </a:r>
          </a:p>
        </p:txBody>
      </p:sp>
      <p:sp>
        <p:nvSpPr>
          <p:cNvPr id="18" name="TextBox 17">
            <a:extLst>
              <a:ext uri="{FF2B5EF4-FFF2-40B4-BE49-F238E27FC236}">
                <a16:creationId xmlns:a16="http://schemas.microsoft.com/office/drawing/2014/main" id="{C259F31C-C5B4-F66D-04D5-8F741C4D8E54}"/>
              </a:ext>
            </a:extLst>
          </p:cNvPr>
          <p:cNvSpPr txBox="1">
            <a:spLocks/>
          </p:cNvSpPr>
          <p:nvPr/>
        </p:nvSpPr>
        <p:spPr>
          <a:xfrm>
            <a:off x="3231381" y="50716"/>
            <a:ext cx="2233795"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2. Economics </a:t>
            </a:r>
            <a:endParaRPr lang="en-US" sz="2800" b="1" dirty="0">
              <a:solidFill>
                <a:srgbClr val="FFC000"/>
              </a:solidFill>
              <a:latin typeface="Corbel" panose="020B0503020204020204" pitchFamily="34" charset="0"/>
              <a:ea typeface="Verdana" panose="020B0604030504040204" pitchFamily="34" charset="0"/>
              <a:cs typeface="Beirut" pitchFamily="2" charset="-78"/>
            </a:endParaRPr>
          </a:p>
        </p:txBody>
      </p:sp>
      <p:sp>
        <p:nvSpPr>
          <p:cNvPr id="22" name="TextBox 21">
            <a:extLst>
              <a:ext uri="{FF2B5EF4-FFF2-40B4-BE49-F238E27FC236}">
                <a16:creationId xmlns:a16="http://schemas.microsoft.com/office/drawing/2014/main" id="{D2CBD3F1-A021-8552-67F2-B19D58ED2E07}"/>
              </a:ext>
            </a:extLst>
          </p:cNvPr>
          <p:cNvSpPr txBox="1">
            <a:spLocks/>
          </p:cNvSpPr>
          <p:nvPr/>
        </p:nvSpPr>
        <p:spPr>
          <a:xfrm>
            <a:off x="6349628" y="50716"/>
            <a:ext cx="3297580"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3. Tourism</a:t>
            </a:r>
          </a:p>
        </p:txBody>
      </p:sp>
      <p:sp>
        <p:nvSpPr>
          <p:cNvPr id="12" name="TextBox 11">
            <a:extLst>
              <a:ext uri="{FF2B5EF4-FFF2-40B4-BE49-F238E27FC236}">
                <a16:creationId xmlns:a16="http://schemas.microsoft.com/office/drawing/2014/main" id="{30C1F3D5-D3F0-9B41-017E-243656395A11}"/>
              </a:ext>
            </a:extLst>
          </p:cNvPr>
          <p:cNvSpPr txBox="1"/>
          <p:nvPr/>
        </p:nvSpPr>
        <p:spPr>
          <a:xfrm>
            <a:off x="8006195" y="6097879"/>
            <a:ext cx="3474026" cy="738664"/>
          </a:xfrm>
          <a:prstGeom prst="rect">
            <a:avLst/>
          </a:prstGeom>
          <a:noFill/>
        </p:spPr>
        <p:txBody>
          <a:bodyPr wrap="square" rtlCol="0">
            <a:spAutoFit/>
          </a:bodyPr>
          <a:lstStyle/>
          <a:p>
            <a:pPr algn="r"/>
            <a:r>
              <a:rPr lang="en-US" sz="1400" b="1" dirty="0">
                <a:latin typeface="Corbel" panose="020B0503020204020204" pitchFamily="34" charset="0"/>
                <a:ea typeface="Verdana" panose="020B0604030504040204" pitchFamily="34" charset="0"/>
                <a:cs typeface="Beirut" pitchFamily="2" charset="-78"/>
              </a:rPr>
              <a:t>Orlando Timmerman</a:t>
            </a:r>
          </a:p>
          <a:p>
            <a:pPr algn="r"/>
            <a:r>
              <a:rPr lang="en-US" sz="1400" b="1" dirty="0">
                <a:latin typeface="Corbel" panose="020B0503020204020204" pitchFamily="34" charset="0"/>
                <a:ea typeface="Verdana" panose="020B0604030504040204" pitchFamily="34" charset="0"/>
                <a:cs typeface="Beirut" pitchFamily="2" charset="-78"/>
              </a:rPr>
              <a:t>Department of Earth Sciences</a:t>
            </a:r>
          </a:p>
          <a:p>
            <a:pPr algn="r"/>
            <a:r>
              <a:rPr lang="en-US" sz="1400" b="1" dirty="0" err="1">
                <a:latin typeface="Corbel" panose="020B0503020204020204" pitchFamily="34" charset="0"/>
                <a:ea typeface="Verdana" panose="020B0604030504040204" pitchFamily="34" charset="0"/>
                <a:cs typeface="Beirut" pitchFamily="2" charset="-78"/>
              </a:rPr>
              <a:t>Calcifiers</a:t>
            </a:r>
            <a:r>
              <a:rPr lang="en-US" sz="1400" b="1" dirty="0">
                <a:latin typeface="Corbel" panose="020B0503020204020204" pitchFamily="34" charset="0"/>
                <a:ea typeface="Verdana" panose="020B0604030504040204" pitchFamily="34" charset="0"/>
                <a:cs typeface="Beirut" pitchFamily="2" charset="-78"/>
              </a:rPr>
              <a:t> Group Meeting | 30.10.25</a:t>
            </a:r>
          </a:p>
        </p:txBody>
      </p:sp>
      <p:pic>
        <p:nvPicPr>
          <p:cNvPr id="2" name="Picture 16" descr="University of Cambridge Logo PNG Transparent &amp; SVG Vector - Freebie Supply">
            <a:extLst>
              <a:ext uri="{FF2B5EF4-FFF2-40B4-BE49-F238E27FC236}">
                <a16:creationId xmlns:a16="http://schemas.microsoft.com/office/drawing/2014/main" id="{B4D5048F-C15E-264D-319C-7130032FDF6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563928" y="6149159"/>
            <a:ext cx="506380" cy="636104"/>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91B7F05F-8D07-D59E-842D-20BDE4D189F7}"/>
              </a:ext>
            </a:extLst>
          </p:cNvPr>
          <p:cNvSpPr txBox="1">
            <a:spLocks/>
          </p:cNvSpPr>
          <p:nvPr/>
        </p:nvSpPr>
        <p:spPr>
          <a:xfrm>
            <a:off x="9195583" y="50716"/>
            <a:ext cx="2725614"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4. Proposal</a:t>
            </a:r>
          </a:p>
        </p:txBody>
      </p:sp>
      <p:sp>
        <p:nvSpPr>
          <p:cNvPr id="40" name="TextBox 39">
            <a:extLst>
              <a:ext uri="{FF2B5EF4-FFF2-40B4-BE49-F238E27FC236}">
                <a16:creationId xmlns:a16="http://schemas.microsoft.com/office/drawing/2014/main" id="{07441FCD-722F-A31D-7E50-5E9C1F287ACC}"/>
              </a:ext>
            </a:extLst>
          </p:cNvPr>
          <p:cNvSpPr txBox="1"/>
          <p:nvPr/>
        </p:nvSpPr>
        <p:spPr>
          <a:xfrm>
            <a:off x="2213152" y="1507058"/>
            <a:ext cx="9350776" cy="4001095"/>
          </a:xfrm>
          <a:prstGeom prst="rect">
            <a:avLst/>
          </a:prstGeom>
          <a:noFill/>
        </p:spPr>
        <p:txBody>
          <a:bodyPr wrap="square" lIns="0" tIns="0" rIns="0" bIns="0" rtlCol="0">
            <a:spAutoFit/>
          </a:bodyPr>
          <a:lstStyle/>
          <a:p>
            <a:r>
              <a:rPr lang="en-GB" sz="2400" b="1" dirty="0">
                <a:latin typeface="Corbel" panose="020B0503020204020204" pitchFamily="34" charset="0"/>
              </a:rPr>
              <a:t>Motivation</a:t>
            </a:r>
            <a:endParaRPr lang="en-GB" sz="2000" b="1" dirty="0">
              <a:latin typeface="Corbel" panose="020B0503020204020204" pitchFamily="34" charset="0"/>
            </a:endParaRPr>
          </a:p>
          <a:p>
            <a:r>
              <a:rPr lang="en-GB" sz="2000" dirty="0">
                <a:solidFill>
                  <a:schemeClr val="tx1"/>
                </a:solidFill>
                <a:latin typeface="Corbel" panose="020B0503020204020204" pitchFamily="34" charset="0"/>
              </a:rPr>
              <a:t>Decline of coral reefs under climate change (driven by the few) will </a:t>
            </a:r>
            <a:r>
              <a:rPr lang="en-GB" sz="2000" dirty="0">
                <a:latin typeface="Corbel" panose="020B0503020204020204" pitchFamily="34" charset="0"/>
              </a:rPr>
              <a:t>disproportionally affect the many who rely on their local reefs.</a:t>
            </a:r>
            <a:endParaRPr lang="en-GB" sz="2000" dirty="0">
              <a:solidFill>
                <a:schemeClr val="tx1"/>
              </a:solidFill>
              <a:latin typeface="Corbel" panose="020B0503020204020204" pitchFamily="34" charset="0"/>
            </a:endParaRPr>
          </a:p>
          <a:p>
            <a:endParaRPr lang="en-GB" sz="2000" dirty="0">
              <a:latin typeface="Corbel" panose="020B0503020204020204" pitchFamily="34" charset="0"/>
            </a:endParaRPr>
          </a:p>
          <a:p>
            <a:r>
              <a:rPr lang="en-GB" sz="2400" b="1" dirty="0">
                <a:latin typeface="Corbel" panose="020B0503020204020204" pitchFamily="34" charset="0"/>
              </a:rPr>
              <a:t>Specific motivation</a:t>
            </a:r>
            <a:endParaRPr lang="en-GB" sz="2000" b="1" dirty="0">
              <a:latin typeface="Corbel" panose="020B0503020204020204" pitchFamily="34" charset="0"/>
            </a:endParaRPr>
          </a:p>
          <a:p>
            <a:r>
              <a:rPr lang="en-GB" sz="2000" dirty="0">
                <a:latin typeface="Corbel" panose="020B0503020204020204" pitchFamily="34" charset="0"/>
              </a:rPr>
              <a:t>Upcoming EAERE Interdisciplinary school workshop. Extended abstract required:</a:t>
            </a:r>
          </a:p>
          <a:p>
            <a:endParaRPr lang="en-GB" sz="2000" dirty="0">
              <a:latin typeface="Corbel" panose="020B0503020204020204" pitchFamily="34" charset="0"/>
            </a:endParaRPr>
          </a:p>
          <a:p>
            <a:r>
              <a:rPr lang="en-GB" i="1" u="sng" dirty="0">
                <a:latin typeface="Corbel" panose="020B0503020204020204" pitchFamily="34" charset="0"/>
              </a:rPr>
              <a:t>Valuing and monitoring </a:t>
            </a:r>
            <a:r>
              <a:rPr lang="en-GB" i="1" dirty="0">
                <a:latin typeface="Corbel" panose="020B0503020204020204" pitchFamily="34" charset="0"/>
              </a:rPr>
              <a:t>the state of ecosystems is essential for </a:t>
            </a:r>
            <a:r>
              <a:rPr lang="en-GB" i="1" u="sng" dirty="0">
                <a:latin typeface="Corbel" panose="020B0503020204020204" pitchFamily="34" charset="0"/>
              </a:rPr>
              <a:t>assessing the socio-economic consequences of service degradation</a:t>
            </a:r>
            <a:r>
              <a:rPr lang="en-GB" i="1" dirty="0">
                <a:latin typeface="Corbel" panose="020B0503020204020204" pitchFamily="34" charset="0"/>
              </a:rPr>
              <a:t> and </a:t>
            </a:r>
            <a:r>
              <a:rPr lang="en-GB" i="1" u="sng" dirty="0">
                <a:latin typeface="Corbel" panose="020B0503020204020204" pitchFamily="34" charset="0"/>
              </a:rPr>
              <a:t>informing sustainable management practices </a:t>
            </a:r>
            <a:r>
              <a:rPr lang="en-GB" i="1" dirty="0">
                <a:latin typeface="Corbel" panose="020B0503020204020204" pitchFamily="34" charset="0"/>
              </a:rPr>
              <a:t>… there is a strong need to further develop and implement appropriate methods for the valuation of natural resources</a:t>
            </a:r>
          </a:p>
          <a:p>
            <a:endParaRPr lang="en-GB" sz="2000" dirty="0">
              <a:latin typeface="Corbel" panose="020B0503020204020204" pitchFamily="34" charset="0"/>
            </a:endParaRPr>
          </a:p>
          <a:p>
            <a:r>
              <a:rPr lang="en-GB" sz="2000" dirty="0">
                <a:latin typeface="Corbel" panose="020B0503020204020204" pitchFamily="34" charset="0"/>
              </a:rPr>
              <a:t>Submission deadline </a:t>
            </a:r>
            <a:r>
              <a:rPr lang="en-GB" sz="2000" b="1" dirty="0">
                <a:latin typeface="Corbel" panose="020B0503020204020204" pitchFamily="34" charset="0"/>
              </a:rPr>
              <a:t>Monday 3</a:t>
            </a:r>
            <a:r>
              <a:rPr lang="en-GB" sz="2000" b="1" baseline="30000" dirty="0">
                <a:latin typeface="Corbel" panose="020B0503020204020204" pitchFamily="34" charset="0"/>
              </a:rPr>
              <a:t>rd</a:t>
            </a:r>
            <a:r>
              <a:rPr lang="en-GB" sz="2000" b="1" dirty="0">
                <a:latin typeface="Corbel" panose="020B0503020204020204" pitchFamily="34" charset="0"/>
              </a:rPr>
              <a:t> November</a:t>
            </a:r>
            <a:r>
              <a:rPr lang="en-GB" sz="2000" dirty="0">
                <a:latin typeface="Corbel" panose="020B0503020204020204" pitchFamily="34" charset="0"/>
              </a:rPr>
              <a:t>. </a:t>
            </a:r>
            <a:endParaRPr lang="en-GB" sz="2000" dirty="0">
              <a:solidFill>
                <a:schemeClr val="tx1"/>
              </a:solidFill>
              <a:latin typeface="Corbel" panose="020B0503020204020204" pitchFamily="34" charset="0"/>
            </a:endParaRPr>
          </a:p>
        </p:txBody>
      </p:sp>
      <p:sp>
        <p:nvSpPr>
          <p:cNvPr id="41" name="Rectangle 40">
            <a:extLst>
              <a:ext uri="{FF2B5EF4-FFF2-40B4-BE49-F238E27FC236}">
                <a16:creationId xmlns:a16="http://schemas.microsoft.com/office/drawing/2014/main" id="{E17E1EF7-BAA5-3F36-395F-830A5AA7EC53}"/>
              </a:ext>
            </a:extLst>
          </p:cNvPr>
          <p:cNvSpPr>
            <a:spLocks/>
          </p:cNvSpPr>
          <p:nvPr/>
        </p:nvSpPr>
        <p:spPr>
          <a:xfrm>
            <a:off x="2004843" y="3818449"/>
            <a:ext cx="72000" cy="996557"/>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964826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childTnLst>
                                    <p:animClr clrSpc="rgb" dir="cw">
                                      <p:cBhvr override="childStyle">
                                        <p:cTn id="6" dur="1000" fill="hold"/>
                                        <p:tgtEl>
                                          <p:spTgt spid="40">
                                            <p:txEl>
                                              <p:pRg st="0" end="0"/>
                                            </p:txEl>
                                          </p:spTgt>
                                        </p:tgtEl>
                                        <p:attrNameLst>
                                          <p:attrName>style.color</p:attrName>
                                        </p:attrNameLst>
                                      </p:cBhvr>
                                      <p:to>
                                        <a:schemeClr val="tx1"/>
                                      </p:to>
                                    </p:animClr>
                                  </p:childTnLst>
                                </p:cTn>
                              </p:par>
                            </p:childTnLst>
                          </p:cTn>
                        </p:par>
                      </p:childTnLst>
                    </p:cTn>
                  </p:par>
                  <p:par>
                    <p:cTn id="7" fill="hold">
                      <p:stCondLst>
                        <p:cond delay="indefinite"/>
                      </p:stCondLst>
                      <p:childTnLst>
                        <p:par>
                          <p:cTn id="8" fill="hold">
                            <p:stCondLst>
                              <p:cond delay="0"/>
                            </p:stCondLst>
                            <p:childTnLst>
                              <p:par>
                                <p:cTn id="9" presetID="3" presetClass="emph" presetSubtype="2" fill="hold" grpId="0" nodeType="clickEffect">
                                  <p:stCondLst>
                                    <p:cond delay="0"/>
                                  </p:stCondLst>
                                  <p:childTnLst>
                                    <p:animClr clrSpc="rgb" dir="cw">
                                      <p:cBhvr override="childStyle">
                                        <p:cTn id="10" dur="1000" fill="hold"/>
                                        <p:tgtEl>
                                          <p:spTgt spid="40">
                                            <p:txEl>
                                              <p:pRg st="1" end="1"/>
                                            </p:txEl>
                                          </p:spTgt>
                                        </p:tgtEl>
                                        <p:attrNameLst>
                                          <p:attrName>style.color</p:attrName>
                                        </p:attrNameLst>
                                      </p:cBhvr>
                                      <p:to>
                                        <a:schemeClr val="tx1"/>
                                      </p:to>
                                    </p:animClr>
                                  </p:childTnLst>
                                </p:cTn>
                              </p:par>
                            </p:childTnLst>
                          </p:cTn>
                        </p:par>
                      </p:childTnLst>
                    </p:cTn>
                  </p:par>
                  <p:par>
                    <p:cTn id="11" fill="hold">
                      <p:stCondLst>
                        <p:cond delay="indefinite"/>
                      </p:stCondLst>
                      <p:childTnLst>
                        <p:par>
                          <p:cTn id="12" fill="hold">
                            <p:stCondLst>
                              <p:cond delay="0"/>
                            </p:stCondLst>
                            <p:childTnLst>
                              <p:par>
                                <p:cTn id="13" presetID="3" presetClass="emph" presetSubtype="2" fill="hold" grpId="0" nodeType="clickEffect">
                                  <p:stCondLst>
                                    <p:cond delay="0"/>
                                  </p:stCondLst>
                                  <p:childTnLst>
                                    <p:animClr clrSpc="rgb" dir="cw">
                                      <p:cBhvr override="childStyle">
                                        <p:cTn id="14" dur="1000" fill="hold"/>
                                        <p:tgtEl>
                                          <p:spTgt spid="40">
                                            <p:txEl>
                                              <p:pRg st="3" end="3"/>
                                            </p:txEl>
                                          </p:spTgt>
                                        </p:tgtEl>
                                        <p:attrNameLst>
                                          <p:attrName>style.color</p:attrName>
                                        </p:attrNameLst>
                                      </p:cBhvr>
                                      <p:to>
                                        <a:schemeClr val="tx1"/>
                                      </p:to>
                                    </p:animClr>
                                  </p:childTnLst>
                                </p:cTn>
                              </p:par>
                            </p:childTnLst>
                          </p:cTn>
                        </p:par>
                      </p:childTnLst>
                    </p:cTn>
                  </p:par>
                  <p:par>
                    <p:cTn id="15" fill="hold">
                      <p:stCondLst>
                        <p:cond delay="indefinite"/>
                      </p:stCondLst>
                      <p:childTnLst>
                        <p:par>
                          <p:cTn id="16" fill="hold">
                            <p:stCondLst>
                              <p:cond delay="0"/>
                            </p:stCondLst>
                            <p:childTnLst>
                              <p:par>
                                <p:cTn id="17" presetID="3" presetClass="emph" presetSubtype="2" fill="hold" grpId="0" nodeType="clickEffect">
                                  <p:stCondLst>
                                    <p:cond delay="0"/>
                                  </p:stCondLst>
                                  <p:childTnLst>
                                    <p:animClr clrSpc="rgb" dir="cw">
                                      <p:cBhvr override="childStyle">
                                        <p:cTn id="18" dur="1000" fill="hold"/>
                                        <p:tgtEl>
                                          <p:spTgt spid="40">
                                            <p:txEl>
                                              <p:pRg st="4" end="4"/>
                                            </p:txEl>
                                          </p:spTgt>
                                        </p:tgtEl>
                                        <p:attrNameLst>
                                          <p:attrName>style.color</p:attrName>
                                        </p:attrNameLst>
                                      </p:cBhvr>
                                      <p:to>
                                        <a:schemeClr val="tx1"/>
                                      </p:to>
                                    </p:animClr>
                                  </p:childTnLst>
                                </p:cTn>
                              </p:par>
                            </p:childTnLst>
                          </p:cTn>
                        </p:par>
                      </p:childTnLst>
                    </p:cTn>
                  </p:par>
                  <p:par>
                    <p:cTn id="19" fill="hold">
                      <p:stCondLst>
                        <p:cond delay="indefinite"/>
                      </p:stCondLst>
                      <p:childTnLst>
                        <p:par>
                          <p:cTn id="20" fill="hold">
                            <p:stCondLst>
                              <p:cond delay="0"/>
                            </p:stCondLst>
                            <p:childTnLst>
                              <p:par>
                                <p:cTn id="21" presetID="3" presetClass="emph" presetSubtype="2" fill="hold" grpId="0" nodeType="clickEffect">
                                  <p:stCondLst>
                                    <p:cond delay="0"/>
                                  </p:stCondLst>
                                  <p:childTnLst>
                                    <p:animClr clrSpc="rgb" dir="cw">
                                      <p:cBhvr override="childStyle">
                                        <p:cTn id="22" dur="1000" fill="hold"/>
                                        <p:tgtEl>
                                          <p:spTgt spid="40">
                                            <p:txEl>
                                              <p:pRg st="8" end="8"/>
                                            </p:txEl>
                                          </p:spTgt>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754EC-4E32-8BDD-1E32-C5FB567C6DEE}"/>
            </a:ext>
          </a:extLst>
        </p:cNvPr>
        <p:cNvGrpSpPr/>
        <p:nvPr/>
      </p:nvGrpSpPr>
      <p:grpSpPr>
        <a:xfrm>
          <a:off x="0" y="0"/>
          <a:ext cx="0" cy="0"/>
          <a:chOff x="0" y="0"/>
          <a:chExt cx="0" cy="0"/>
        </a:xfrm>
      </p:grpSpPr>
      <p:pic>
        <p:nvPicPr>
          <p:cNvPr id="8" name="Picture 7" descr="Scuba divers under water&#10;&#10;AI-generated content may be incorrect.">
            <a:extLst>
              <a:ext uri="{FF2B5EF4-FFF2-40B4-BE49-F238E27FC236}">
                <a16:creationId xmlns:a16="http://schemas.microsoft.com/office/drawing/2014/main" id="{89AFCF39-24ED-FA4C-3AA7-F963A57D4844}"/>
              </a:ext>
            </a:extLst>
          </p:cNvPr>
          <p:cNvPicPr>
            <a:picLocks noGrp="1" noRot="1" noChangeAspect="1" noMove="1" noResize="1" noEditPoints="1" noAdjustHandles="1" noChangeArrowheads="1" noChangeShapeType="1" noCrop="1"/>
          </p:cNvPicPr>
          <p:nvPr/>
        </p:nvPicPr>
        <p:blipFill>
          <a:blip r:embed="rId3" cstate="screen">
            <a:extLst>
              <a:ext uri="{BEBA8EAE-BF5A-486C-A8C5-ECC9F3942E4B}">
                <a14:imgProps xmlns:a14="http://schemas.microsoft.com/office/drawing/2010/main">
                  <a14:imgLayer r:embed="rId4">
                    <a14:imgEffect>
                      <a14:brightnessContrast bright="-60000"/>
                    </a14:imgEffect>
                  </a14:imgLayer>
                </a14:imgProps>
              </a:ext>
              <a:ext uri="{28A0092B-C50C-407E-A947-70E740481C1C}">
                <a14:useLocalDpi xmlns:a14="http://schemas.microsoft.com/office/drawing/2010/main"/>
              </a:ext>
            </a:extLst>
          </a:blip>
          <a:srcRect/>
          <a:stretch/>
        </p:blipFill>
        <p:spPr>
          <a:xfrm>
            <a:off x="1" y="-3750"/>
            <a:ext cx="1591982" cy="6858000"/>
          </a:xfrm>
          <a:prstGeom prst="rect">
            <a:avLst/>
          </a:prstGeom>
        </p:spPr>
      </p:pic>
      <p:pic>
        <p:nvPicPr>
          <p:cNvPr id="10" name="Picture 9" descr="Scuba divers under water&#10;&#10;AI-generated content may be incorrect.">
            <a:extLst>
              <a:ext uri="{FF2B5EF4-FFF2-40B4-BE49-F238E27FC236}">
                <a16:creationId xmlns:a16="http://schemas.microsoft.com/office/drawing/2014/main" id="{BA39BC53-1A11-40C4-7776-EF42F25F1CDF}"/>
              </a:ext>
            </a:extLst>
          </p:cNvPr>
          <p:cNvPicPr>
            <a:picLocks noGrp="1" noRot="1" noChangeAspect="1" noMove="1" noResize="1" noEditPoints="1" noAdjustHandles="1" noChangeArrowheads="1" noChangeShapeType="1" noCrop="1"/>
          </p:cNvPicPr>
          <p:nvPr/>
        </p:nvPicPr>
        <p:blipFill>
          <a:blip r:embed="rId5" cstate="screen">
            <a:extLst>
              <a:ext uri="{BEBA8EAE-BF5A-486C-A8C5-ECC9F3942E4B}">
                <a14:imgProps xmlns:a14="http://schemas.microsoft.com/office/drawing/2010/main">
                  <a14:imgLayer r:embed="rId6">
                    <a14:imgEffect>
                      <a14:brightnessContrast bright="-60000"/>
                    </a14:imgEffect>
                  </a14:imgLayer>
                </a14:imgProps>
              </a:ext>
              <a:ext uri="{28A0092B-C50C-407E-A947-70E740481C1C}">
                <a14:useLocalDpi xmlns:a14="http://schemas.microsoft.com/office/drawing/2010/main"/>
              </a:ext>
            </a:extLst>
          </a:blip>
          <a:srcRect/>
          <a:stretch/>
        </p:blipFill>
        <p:spPr>
          <a:xfrm>
            <a:off x="-15" y="0"/>
            <a:ext cx="12192011" cy="671089"/>
          </a:xfrm>
          <a:prstGeom prst="rect">
            <a:avLst/>
          </a:prstGeom>
        </p:spPr>
      </p:pic>
      <p:cxnSp>
        <p:nvCxnSpPr>
          <p:cNvPr id="32" name="Straight Connector 31">
            <a:extLst>
              <a:ext uri="{FF2B5EF4-FFF2-40B4-BE49-F238E27FC236}">
                <a16:creationId xmlns:a16="http://schemas.microsoft.com/office/drawing/2014/main" id="{F1A6EE6C-C63F-8660-A16F-1FB0A0CDE13C}"/>
              </a:ext>
            </a:extLst>
          </p:cNvPr>
          <p:cNvCxnSpPr>
            <a:cxnSpLocks noGrp="1" noRot="1" noMove="1" noResize="1" noEditPoints="1" noAdjustHandles="1" noChangeArrowheads="1" noChangeShapeType="1"/>
          </p:cNvCxnSpPr>
          <p:nvPr/>
        </p:nvCxnSpPr>
        <p:spPr>
          <a:xfrm>
            <a:off x="-3" y="657106"/>
            <a:ext cx="12192003" cy="0"/>
          </a:xfrm>
          <a:prstGeom prst="line">
            <a:avLst/>
          </a:prstGeom>
          <a:ln w="53975">
            <a:gradFill>
              <a:gsLst>
                <a:gs pos="50000">
                  <a:srgbClr val="EE3C34"/>
                </a:gs>
                <a:gs pos="100000">
                  <a:srgbClr val="EE3C34"/>
                </a:gs>
                <a:gs pos="0">
                  <a:srgbClr val="EE3C34">
                    <a:alpha val="0"/>
                  </a:srgbClr>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1" name="Right Triangle 20">
            <a:extLst>
              <a:ext uri="{FF2B5EF4-FFF2-40B4-BE49-F238E27FC236}">
                <a16:creationId xmlns:a16="http://schemas.microsoft.com/office/drawing/2014/main" id="{E3FCC9FD-AA2B-D728-22E1-C10C486B26E7}"/>
              </a:ext>
            </a:extLst>
          </p:cNvPr>
          <p:cNvSpPr>
            <a:spLocks noGrp="1" noRot="1" noMove="1" noResize="1" noEditPoints="1" noAdjustHandles="1" noChangeArrowheads="1" noChangeShapeType="1"/>
          </p:cNvSpPr>
          <p:nvPr/>
        </p:nvSpPr>
        <p:spPr>
          <a:xfrm flipH="1">
            <a:off x="0" y="5309760"/>
            <a:ext cx="1591982" cy="1548239"/>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224290F-03A4-89E0-5565-C2C9E9403DAD}"/>
              </a:ext>
            </a:extLst>
          </p:cNvPr>
          <p:cNvSpPr txBox="1">
            <a:spLocks/>
          </p:cNvSpPr>
          <p:nvPr/>
        </p:nvSpPr>
        <p:spPr>
          <a:xfrm>
            <a:off x="228600" y="50716"/>
            <a:ext cx="2725615" cy="523220"/>
          </a:xfrm>
          <a:prstGeom prst="rect">
            <a:avLst/>
          </a:prstGeom>
          <a:noFill/>
        </p:spPr>
        <p:txBody>
          <a:bodyPr wrap="square" rtlCol="0">
            <a:spAutoFit/>
          </a:bodyPr>
          <a:lstStyle/>
          <a:p>
            <a:r>
              <a:rPr lang="en-US" sz="2800" b="1" dirty="0">
                <a:solidFill>
                  <a:srgbClr val="E7EBEE"/>
                </a:solidFill>
                <a:latin typeface="Corbel" panose="020B0503020204020204" pitchFamily="34" charset="0"/>
                <a:ea typeface="Verdana" panose="020B0604030504040204" pitchFamily="34" charset="0"/>
                <a:cs typeface="Beirut" pitchFamily="2" charset="-78"/>
              </a:rPr>
              <a:t>1. </a:t>
            </a:r>
            <a:r>
              <a:rPr lang="en-US" sz="2800" b="1" dirty="0">
                <a:solidFill>
                  <a:srgbClr val="FFC000"/>
                </a:solidFill>
                <a:latin typeface="Corbel" panose="020B0503020204020204" pitchFamily="34" charset="0"/>
                <a:ea typeface="Verdana" panose="020B0604030504040204" pitchFamily="34" charset="0"/>
                <a:cs typeface="Beirut" pitchFamily="2" charset="-78"/>
              </a:rPr>
              <a:t>Overview</a:t>
            </a:r>
          </a:p>
        </p:txBody>
      </p:sp>
      <p:sp>
        <p:nvSpPr>
          <p:cNvPr id="18" name="TextBox 17">
            <a:extLst>
              <a:ext uri="{FF2B5EF4-FFF2-40B4-BE49-F238E27FC236}">
                <a16:creationId xmlns:a16="http://schemas.microsoft.com/office/drawing/2014/main" id="{75AC3026-6C3D-0272-DBB2-1C7BC8E26BC6}"/>
              </a:ext>
            </a:extLst>
          </p:cNvPr>
          <p:cNvSpPr txBox="1">
            <a:spLocks/>
          </p:cNvSpPr>
          <p:nvPr/>
        </p:nvSpPr>
        <p:spPr>
          <a:xfrm>
            <a:off x="3231381" y="50716"/>
            <a:ext cx="2233795"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2. Economics </a:t>
            </a:r>
            <a:endParaRPr lang="en-US" sz="2800" b="1" dirty="0">
              <a:solidFill>
                <a:srgbClr val="FFC000"/>
              </a:solidFill>
              <a:latin typeface="Corbel" panose="020B0503020204020204" pitchFamily="34" charset="0"/>
              <a:ea typeface="Verdana" panose="020B0604030504040204" pitchFamily="34" charset="0"/>
              <a:cs typeface="Beirut" pitchFamily="2" charset="-78"/>
            </a:endParaRPr>
          </a:p>
        </p:txBody>
      </p:sp>
      <p:sp>
        <p:nvSpPr>
          <p:cNvPr id="22" name="TextBox 21">
            <a:extLst>
              <a:ext uri="{FF2B5EF4-FFF2-40B4-BE49-F238E27FC236}">
                <a16:creationId xmlns:a16="http://schemas.microsoft.com/office/drawing/2014/main" id="{2C747B6D-439C-917D-F54B-5E374E34162F}"/>
              </a:ext>
            </a:extLst>
          </p:cNvPr>
          <p:cNvSpPr txBox="1">
            <a:spLocks/>
          </p:cNvSpPr>
          <p:nvPr/>
        </p:nvSpPr>
        <p:spPr>
          <a:xfrm>
            <a:off x="6349628" y="50716"/>
            <a:ext cx="3297580"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3. Tourism</a:t>
            </a:r>
          </a:p>
        </p:txBody>
      </p:sp>
      <p:sp>
        <p:nvSpPr>
          <p:cNvPr id="12" name="TextBox 11">
            <a:extLst>
              <a:ext uri="{FF2B5EF4-FFF2-40B4-BE49-F238E27FC236}">
                <a16:creationId xmlns:a16="http://schemas.microsoft.com/office/drawing/2014/main" id="{DD1DADF6-6DA9-089F-3368-EA40B8215384}"/>
              </a:ext>
            </a:extLst>
          </p:cNvPr>
          <p:cNvSpPr txBox="1"/>
          <p:nvPr/>
        </p:nvSpPr>
        <p:spPr>
          <a:xfrm>
            <a:off x="8006195" y="6097879"/>
            <a:ext cx="3474026" cy="738664"/>
          </a:xfrm>
          <a:prstGeom prst="rect">
            <a:avLst/>
          </a:prstGeom>
          <a:noFill/>
        </p:spPr>
        <p:txBody>
          <a:bodyPr wrap="square" rtlCol="0">
            <a:spAutoFit/>
          </a:bodyPr>
          <a:lstStyle/>
          <a:p>
            <a:pPr algn="r"/>
            <a:r>
              <a:rPr lang="en-US" sz="1400" b="1" dirty="0">
                <a:latin typeface="Corbel" panose="020B0503020204020204" pitchFamily="34" charset="0"/>
                <a:ea typeface="Verdana" panose="020B0604030504040204" pitchFamily="34" charset="0"/>
                <a:cs typeface="Beirut" pitchFamily="2" charset="-78"/>
              </a:rPr>
              <a:t>Orlando Timmerman</a:t>
            </a:r>
          </a:p>
          <a:p>
            <a:pPr algn="r"/>
            <a:r>
              <a:rPr lang="en-US" sz="1400" b="1" dirty="0">
                <a:latin typeface="Corbel" panose="020B0503020204020204" pitchFamily="34" charset="0"/>
                <a:ea typeface="Verdana" panose="020B0604030504040204" pitchFamily="34" charset="0"/>
                <a:cs typeface="Beirut" pitchFamily="2" charset="-78"/>
              </a:rPr>
              <a:t>Department of Earth Sciences</a:t>
            </a:r>
          </a:p>
          <a:p>
            <a:pPr algn="r"/>
            <a:r>
              <a:rPr lang="en-US" sz="1400" b="1" dirty="0" err="1">
                <a:latin typeface="Corbel" panose="020B0503020204020204" pitchFamily="34" charset="0"/>
                <a:ea typeface="Verdana" panose="020B0604030504040204" pitchFamily="34" charset="0"/>
                <a:cs typeface="Beirut" pitchFamily="2" charset="-78"/>
              </a:rPr>
              <a:t>Calcifiers</a:t>
            </a:r>
            <a:r>
              <a:rPr lang="en-US" sz="1400" b="1" dirty="0">
                <a:latin typeface="Corbel" panose="020B0503020204020204" pitchFamily="34" charset="0"/>
                <a:ea typeface="Verdana" panose="020B0604030504040204" pitchFamily="34" charset="0"/>
                <a:cs typeface="Beirut" pitchFamily="2" charset="-78"/>
              </a:rPr>
              <a:t> Group Meeting | 30.10.25</a:t>
            </a:r>
          </a:p>
        </p:txBody>
      </p:sp>
      <p:pic>
        <p:nvPicPr>
          <p:cNvPr id="2" name="Picture 16" descr="University of Cambridge Logo PNG Transparent &amp; SVG Vector - Freebie Supply">
            <a:extLst>
              <a:ext uri="{FF2B5EF4-FFF2-40B4-BE49-F238E27FC236}">
                <a16:creationId xmlns:a16="http://schemas.microsoft.com/office/drawing/2014/main" id="{5B42DBDB-45AA-1B4D-53B5-9F29C886FB9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563928" y="6149159"/>
            <a:ext cx="506380" cy="636104"/>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4B348CA4-791C-DD33-AB4A-B9CC62838135}"/>
              </a:ext>
            </a:extLst>
          </p:cNvPr>
          <p:cNvSpPr txBox="1">
            <a:spLocks/>
          </p:cNvSpPr>
          <p:nvPr/>
        </p:nvSpPr>
        <p:spPr>
          <a:xfrm>
            <a:off x="9195583" y="50716"/>
            <a:ext cx="2725614"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4. Proposal</a:t>
            </a:r>
          </a:p>
        </p:txBody>
      </p:sp>
      <p:sp>
        <p:nvSpPr>
          <p:cNvPr id="37" name="TextBox 36">
            <a:extLst>
              <a:ext uri="{FF2B5EF4-FFF2-40B4-BE49-F238E27FC236}">
                <a16:creationId xmlns:a16="http://schemas.microsoft.com/office/drawing/2014/main" id="{8E85D99E-7E20-FA28-D4E7-A874BBAE4987}"/>
              </a:ext>
            </a:extLst>
          </p:cNvPr>
          <p:cNvSpPr txBox="1"/>
          <p:nvPr/>
        </p:nvSpPr>
        <p:spPr>
          <a:xfrm>
            <a:off x="8610672" y="4738712"/>
            <a:ext cx="2930954" cy="707886"/>
          </a:xfrm>
          <a:prstGeom prst="rect">
            <a:avLst/>
          </a:prstGeom>
          <a:noFill/>
        </p:spPr>
        <p:txBody>
          <a:bodyPr wrap="square">
            <a:spAutoFit/>
          </a:bodyPr>
          <a:lstStyle/>
          <a:p>
            <a:r>
              <a:rPr lang="en-US" sz="2000" dirty="0">
                <a:latin typeface="Corbel" panose="020B0503020204020204" pitchFamily="34" charset="0"/>
              </a:rPr>
              <a:t>https://</a:t>
            </a:r>
            <a:r>
              <a:rPr lang="en-US" sz="2000" dirty="0" err="1">
                <a:latin typeface="Corbel" panose="020B0503020204020204" pitchFamily="34" charset="0"/>
              </a:rPr>
              <a:t>resourcewatch.org</a:t>
            </a:r>
            <a:r>
              <a:rPr lang="en-US" sz="2000" dirty="0">
                <a:latin typeface="Corbel" panose="020B0503020204020204" pitchFamily="34" charset="0"/>
              </a:rPr>
              <a:t>/dashboards/coral-reefs</a:t>
            </a:r>
          </a:p>
        </p:txBody>
      </p:sp>
      <p:pic>
        <p:nvPicPr>
          <p:cNvPr id="39" name="Picture 38">
            <a:extLst>
              <a:ext uri="{FF2B5EF4-FFF2-40B4-BE49-F238E27FC236}">
                <a16:creationId xmlns:a16="http://schemas.microsoft.com/office/drawing/2014/main" id="{3D8BD9BE-36C5-FC19-4F05-8C86F12DEC2D}"/>
              </a:ext>
            </a:extLst>
          </p:cNvPr>
          <p:cNvPicPr>
            <a:picLocks noChangeAspect="1"/>
          </p:cNvPicPr>
          <p:nvPr/>
        </p:nvPicPr>
        <p:blipFill>
          <a:blip r:embed="rId8"/>
          <a:srcRect/>
          <a:stretch/>
        </p:blipFill>
        <p:spPr>
          <a:xfrm>
            <a:off x="8549268" y="1638673"/>
            <a:ext cx="3100039" cy="3100039"/>
          </a:xfrm>
          <a:prstGeom prst="rect">
            <a:avLst/>
          </a:prstGeom>
        </p:spPr>
      </p:pic>
      <p:sp>
        <p:nvSpPr>
          <p:cNvPr id="40" name="TextBox 39">
            <a:extLst>
              <a:ext uri="{FF2B5EF4-FFF2-40B4-BE49-F238E27FC236}">
                <a16:creationId xmlns:a16="http://schemas.microsoft.com/office/drawing/2014/main" id="{6AF95868-05B4-51DD-E70A-7ABC7A39755E}"/>
              </a:ext>
            </a:extLst>
          </p:cNvPr>
          <p:cNvSpPr txBox="1"/>
          <p:nvPr/>
        </p:nvSpPr>
        <p:spPr>
          <a:xfrm>
            <a:off x="3354759" y="1507058"/>
            <a:ext cx="5912370" cy="4370427"/>
          </a:xfrm>
          <a:prstGeom prst="rect">
            <a:avLst/>
          </a:prstGeom>
          <a:noFill/>
        </p:spPr>
        <p:txBody>
          <a:bodyPr wrap="square" lIns="0" tIns="0" rIns="0" bIns="0" rtlCol="0">
            <a:spAutoFit/>
          </a:bodyPr>
          <a:lstStyle/>
          <a:p>
            <a:endParaRPr lang="en-GB" sz="2400" b="1" dirty="0">
              <a:latin typeface="Corbel" panose="020B0503020204020204" pitchFamily="34" charset="0"/>
            </a:endParaRPr>
          </a:p>
          <a:p>
            <a:endParaRPr lang="en-GB" sz="2000" b="1" dirty="0">
              <a:latin typeface="Corbel" panose="020B0503020204020204" pitchFamily="34" charset="0"/>
            </a:endParaRPr>
          </a:p>
          <a:p>
            <a:endParaRPr lang="en-GB" sz="2000" b="1" dirty="0">
              <a:latin typeface="Corbel" panose="020B0503020204020204" pitchFamily="34" charset="0"/>
            </a:endParaRPr>
          </a:p>
          <a:p>
            <a:r>
              <a:rPr lang="en-GB" sz="2000" dirty="0">
                <a:latin typeface="Corbel" panose="020B0503020204020204" pitchFamily="34" charset="0"/>
              </a:rPr>
              <a:t>Methods of ecosystem evaluation</a:t>
            </a:r>
          </a:p>
          <a:p>
            <a:pPr marL="457200" indent="-457200">
              <a:buAutoNum type="arabicPeriod"/>
            </a:pPr>
            <a:endParaRPr lang="en-GB" sz="2000" dirty="0">
              <a:latin typeface="Corbel" panose="020B0503020204020204" pitchFamily="34" charset="0"/>
            </a:endParaRPr>
          </a:p>
          <a:p>
            <a:pPr marL="457200" indent="-457200">
              <a:buAutoNum type="arabicPeriod"/>
            </a:pPr>
            <a:endParaRPr lang="en-GB" sz="2000" dirty="0">
              <a:latin typeface="Corbel" panose="020B0503020204020204" pitchFamily="34" charset="0"/>
            </a:endParaRPr>
          </a:p>
          <a:p>
            <a:r>
              <a:rPr lang="en-GB" sz="2000" dirty="0">
                <a:latin typeface="Corbel" panose="020B0503020204020204" pitchFamily="34" charset="0"/>
              </a:rPr>
              <a:t>Case study of reef tourism</a:t>
            </a:r>
          </a:p>
          <a:p>
            <a:pPr marL="457200" indent="-457200">
              <a:buAutoNum type="arabicPeriod"/>
            </a:pPr>
            <a:endParaRPr lang="en-GB" sz="2000" dirty="0">
              <a:latin typeface="Corbel" panose="020B0503020204020204" pitchFamily="34" charset="0"/>
            </a:endParaRPr>
          </a:p>
          <a:p>
            <a:pPr marL="457200" indent="-457200">
              <a:buAutoNum type="arabicPeriod"/>
            </a:pPr>
            <a:endParaRPr lang="en-GB" sz="2000" dirty="0">
              <a:latin typeface="Corbel" panose="020B0503020204020204" pitchFamily="34" charset="0"/>
            </a:endParaRPr>
          </a:p>
          <a:p>
            <a:r>
              <a:rPr lang="en-GB" sz="2000" dirty="0">
                <a:latin typeface="Corbel" panose="020B0503020204020204" pitchFamily="34" charset="0"/>
              </a:rPr>
              <a:t>Abstract proposal</a:t>
            </a:r>
          </a:p>
          <a:p>
            <a:pPr marL="457200" indent="-457200">
              <a:buAutoNum type="arabicPeriod"/>
            </a:pPr>
            <a:endParaRPr lang="en-GB" sz="2000" dirty="0">
              <a:latin typeface="Corbel" panose="020B0503020204020204" pitchFamily="34" charset="0"/>
            </a:endParaRPr>
          </a:p>
          <a:p>
            <a:pPr marL="457200" indent="-457200">
              <a:buAutoNum type="arabicPeriod"/>
            </a:pPr>
            <a:endParaRPr lang="en-GB" sz="2000" dirty="0">
              <a:latin typeface="Corbel" panose="020B0503020204020204" pitchFamily="34" charset="0"/>
            </a:endParaRPr>
          </a:p>
          <a:p>
            <a:r>
              <a:rPr lang="en-GB" sz="2000" dirty="0">
                <a:latin typeface="Corbel" panose="020B0503020204020204" pitchFamily="34" charset="0"/>
              </a:rPr>
              <a:t>Discussion!</a:t>
            </a:r>
          </a:p>
          <a:p>
            <a:endParaRPr lang="en-GB" sz="2000" dirty="0">
              <a:solidFill>
                <a:schemeClr val="tx1"/>
              </a:solidFill>
              <a:latin typeface="Corbel" panose="020B0503020204020204" pitchFamily="34" charset="0"/>
            </a:endParaRPr>
          </a:p>
        </p:txBody>
      </p:sp>
      <p:pic>
        <p:nvPicPr>
          <p:cNvPr id="4" name="Picture 3">
            <a:extLst>
              <a:ext uri="{FF2B5EF4-FFF2-40B4-BE49-F238E27FC236}">
                <a16:creationId xmlns:a16="http://schemas.microsoft.com/office/drawing/2014/main" id="{62FEEF6A-8B36-6FC3-FF7A-9D0E7E230F1D}"/>
              </a:ext>
            </a:extLst>
          </p:cNvPr>
          <p:cNvPicPr>
            <a:picLocks noChangeAspect="1"/>
          </p:cNvPicPr>
          <p:nvPr/>
        </p:nvPicPr>
        <p:blipFill>
          <a:blip r:embed="rId9"/>
          <a:stretch>
            <a:fillRect/>
          </a:stretch>
        </p:blipFill>
        <p:spPr>
          <a:xfrm>
            <a:off x="2180124" y="2329331"/>
            <a:ext cx="590245" cy="590245"/>
          </a:xfrm>
          <a:prstGeom prst="rect">
            <a:avLst/>
          </a:prstGeom>
        </p:spPr>
      </p:pic>
      <p:pic>
        <p:nvPicPr>
          <p:cNvPr id="11" name="Picture 10">
            <a:extLst>
              <a:ext uri="{FF2B5EF4-FFF2-40B4-BE49-F238E27FC236}">
                <a16:creationId xmlns:a16="http://schemas.microsoft.com/office/drawing/2014/main" id="{3CAD22AA-9FF0-9768-C2BE-4C1889D41653}"/>
              </a:ext>
            </a:extLst>
          </p:cNvPr>
          <p:cNvPicPr>
            <a:picLocks noChangeAspect="1"/>
          </p:cNvPicPr>
          <p:nvPr/>
        </p:nvPicPr>
        <p:blipFill>
          <a:blip r:embed="rId10"/>
          <a:srcRect/>
          <a:stretch/>
        </p:blipFill>
        <p:spPr>
          <a:xfrm>
            <a:off x="2180124" y="3241181"/>
            <a:ext cx="590245" cy="590245"/>
          </a:xfrm>
          <a:prstGeom prst="rect">
            <a:avLst/>
          </a:prstGeom>
        </p:spPr>
      </p:pic>
      <p:pic>
        <p:nvPicPr>
          <p:cNvPr id="13" name="Picture 12">
            <a:extLst>
              <a:ext uri="{FF2B5EF4-FFF2-40B4-BE49-F238E27FC236}">
                <a16:creationId xmlns:a16="http://schemas.microsoft.com/office/drawing/2014/main" id="{2615FA9D-636E-6D50-419B-0ABD4C171A7E}"/>
              </a:ext>
            </a:extLst>
          </p:cNvPr>
          <p:cNvPicPr>
            <a:picLocks noChangeAspect="1"/>
          </p:cNvPicPr>
          <p:nvPr/>
        </p:nvPicPr>
        <p:blipFill>
          <a:blip r:embed="rId11"/>
          <a:stretch>
            <a:fillRect/>
          </a:stretch>
        </p:blipFill>
        <p:spPr>
          <a:xfrm>
            <a:off x="2155776" y="4141228"/>
            <a:ext cx="638941" cy="638941"/>
          </a:xfrm>
          <a:prstGeom prst="rect">
            <a:avLst/>
          </a:prstGeom>
        </p:spPr>
      </p:pic>
      <p:pic>
        <p:nvPicPr>
          <p:cNvPr id="14" name="Picture 13">
            <a:extLst>
              <a:ext uri="{FF2B5EF4-FFF2-40B4-BE49-F238E27FC236}">
                <a16:creationId xmlns:a16="http://schemas.microsoft.com/office/drawing/2014/main" id="{169E736B-3D97-B027-CCE7-9DBB4CD7F264}"/>
              </a:ext>
            </a:extLst>
          </p:cNvPr>
          <p:cNvPicPr>
            <a:picLocks noChangeAspect="1"/>
          </p:cNvPicPr>
          <p:nvPr/>
        </p:nvPicPr>
        <p:blipFill>
          <a:blip r:embed="rId12"/>
          <a:stretch>
            <a:fillRect/>
          </a:stretch>
        </p:blipFill>
        <p:spPr>
          <a:xfrm>
            <a:off x="2094648" y="4992034"/>
            <a:ext cx="761197" cy="761197"/>
          </a:xfrm>
          <a:prstGeom prst="rect">
            <a:avLst/>
          </a:prstGeom>
        </p:spPr>
      </p:pic>
      <p:sp>
        <p:nvSpPr>
          <p:cNvPr id="17" name="TextBox 16">
            <a:extLst>
              <a:ext uri="{FF2B5EF4-FFF2-40B4-BE49-F238E27FC236}">
                <a16:creationId xmlns:a16="http://schemas.microsoft.com/office/drawing/2014/main" id="{B4CED487-234C-D200-0721-BDDD6378D7F4}"/>
              </a:ext>
            </a:extLst>
          </p:cNvPr>
          <p:cNvSpPr txBox="1"/>
          <p:nvPr/>
        </p:nvSpPr>
        <p:spPr>
          <a:xfrm>
            <a:off x="2213152" y="1507058"/>
            <a:ext cx="9350776" cy="369332"/>
          </a:xfrm>
          <a:prstGeom prst="rect">
            <a:avLst/>
          </a:prstGeom>
          <a:noFill/>
        </p:spPr>
        <p:txBody>
          <a:bodyPr wrap="square" lIns="0" tIns="0" rIns="0" bIns="0" rtlCol="0">
            <a:spAutoFit/>
          </a:bodyPr>
          <a:lstStyle/>
          <a:p>
            <a:r>
              <a:rPr lang="en-GB" sz="2400" b="1" dirty="0">
                <a:latin typeface="Corbel" panose="020B0503020204020204" pitchFamily="34" charset="0"/>
              </a:rPr>
              <a:t>Contents</a:t>
            </a:r>
            <a:endParaRPr lang="en-GB" sz="2000" b="1" dirty="0">
              <a:latin typeface="Corbel" panose="020B0503020204020204" pitchFamily="34" charset="0"/>
            </a:endParaRPr>
          </a:p>
        </p:txBody>
      </p:sp>
    </p:spTree>
    <p:extLst>
      <p:ext uri="{BB962C8B-B14F-4D97-AF65-F5344CB8AC3E}">
        <p14:creationId xmlns:p14="http://schemas.microsoft.com/office/powerpoint/2010/main" val="318946177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childTnLst>
                                    <p:animClr clrSpc="rgb" dir="cw">
                                      <p:cBhvr override="childStyle">
                                        <p:cTn id="6" dur="1000" fill="hold"/>
                                        <p:tgtEl>
                                          <p:spTgt spid="40">
                                            <p:txEl>
                                              <p:pRg st="3" end="3"/>
                                            </p:txEl>
                                          </p:spTgt>
                                        </p:tgtEl>
                                        <p:attrNameLst>
                                          <p:attrName>style.color</p:attrName>
                                        </p:attrNameLst>
                                      </p:cBhvr>
                                      <p:to>
                                        <a:schemeClr val="tx1"/>
                                      </p:to>
                                    </p:animClr>
                                  </p:childTnLst>
                                </p:cTn>
                              </p:par>
                            </p:childTnLst>
                          </p:cTn>
                        </p:par>
                      </p:childTnLst>
                    </p:cTn>
                  </p:par>
                  <p:par>
                    <p:cTn id="7" fill="hold">
                      <p:stCondLst>
                        <p:cond delay="indefinite"/>
                      </p:stCondLst>
                      <p:childTnLst>
                        <p:par>
                          <p:cTn id="8" fill="hold">
                            <p:stCondLst>
                              <p:cond delay="0"/>
                            </p:stCondLst>
                            <p:childTnLst>
                              <p:par>
                                <p:cTn id="9" presetID="3" presetClass="emph" presetSubtype="2" fill="hold" grpId="0" nodeType="clickEffect">
                                  <p:stCondLst>
                                    <p:cond delay="0"/>
                                  </p:stCondLst>
                                  <p:childTnLst>
                                    <p:animClr clrSpc="rgb" dir="cw">
                                      <p:cBhvr override="childStyle">
                                        <p:cTn id="10" dur="1000" fill="hold"/>
                                        <p:tgtEl>
                                          <p:spTgt spid="40">
                                            <p:txEl>
                                              <p:pRg st="6" end="6"/>
                                            </p:txEl>
                                          </p:spTgt>
                                        </p:tgtEl>
                                        <p:attrNameLst>
                                          <p:attrName>style.color</p:attrName>
                                        </p:attrNameLst>
                                      </p:cBhvr>
                                      <p:to>
                                        <a:schemeClr val="tx1"/>
                                      </p:to>
                                    </p:animClr>
                                  </p:childTnLst>
                                </p:cTn>
                              </p:par>
                            </p:childTnLst>
                          </p:cTn>
                        </p:par>
                      </p:childTnLst>
                    </p:cTn>
                  </p:par>
                  <p:par>
                    <p:cTn id="11" fill="hold">
                      <p:stCondLst>
                        <p:cond delay="indefinite"/>
                      </p:stCondLst>
                      <p:childTnLst>
                        <p:par>
                          <p:cTn id="12" fill="hold">
                            <p:stCondLst>
                              <p:cond delay="0"/>
                            </p:stCondLst>
                            <p:childTnLst>
                              <p:par>
                                <p:cTn id="13" presetID="3" presetClass="emph" presetSubtype="2" fill="hold" grpId="0" nodeType="clickEffect">
                                  <p:stCondLst>
                                    <p:cond delay="0"/>
                                  </p:stCondLst>
                                  <p:childTnLst>
                                    <p:animClr clrSpc="rgb" dir="cw">
                                      <p:cBhvr override="childStyle">
                                        <p:cTn id="14" dur="1000" fill="hold"/>
                                        <p:tgtEl>
                                          <p:spTgt spid="40">
                                            <p:txEl>
                                              <p:pRg st="9" end="9"/>
                                            </p:txEl>
                                          </p:spTgt>
                                        </p:tgtEl>
                                        <p:attrNameLst>
                                          <p:attrName>style.color</p:attrName>
                                        </p:attrNameLst>
                                      </p:cBhvr>
                                      <p:to>
                                        <a:schemeClr val="tx1"/>
                                      </p:to>
                                    </p:animClr>
                                  </p:childTnLst>
                                </p:cTn>
                              </p:par>
                            </p:childTnLst>
                          </p:cTn>
                        </p:par>
                      </p:childTnLst>
                    </p:cTn>
                  </p:par>
                  <p:par>
                    <p:cTn id="15" fill="hold">
                      <p:stCondLst>
                        <p:cond delay="indefinite"/>
                      </p:stCondLst>
                      <p:childTnLst>
                        <p:par>
                          <p:cTn id="16" fill="hold">
                            <p:stCondLst>
                              <p:cond delay="0"/>
                            </p:stCondLst>
                            <p:childTnLst>
                              <p:par>
                                <p:cTn id="17" presetID="3" presetClass="emph" presetSubtype="2" fill="hold" grpId="0" nodeType="clickEffect">
                                  <p:stCondLst>
                                    <p:cond delay="0"/>
                                  </p:stCondLst>
                                  <p:childTnLst>
                                    <p:animClr clrSpc="rgb" dir="cw">
                                      <p:cBhvr override="childStyle">
                                        <p:cTn id="18" dur="1000" fill="hold"/>
                                        <p:tgtEl>
                                          <p:spTgt spid="40">
                                            <p:txEl>
                                              <p:pRg st="12" end="12"/>
                                            </p:txEl>
                                          </p:spTgt>
                                        </p:tgtEl>
                                        <p:attrNameLst>
                                          <p:attrName>style.color</p:attrName>
                                        </p:attrNameLst>
                                      </p:cBhvr>
                                      <p:to>
                                        <a:schemeClr val="tx1"/>
                                      </p:to>
                                    </p:animClr>
                                  </p:childTnLst>
                                </p:cTn>
                              </p:par>
                            </p:childTnLst>
                          </p:cTn>
                        </p:par>
                      </p:childTnLst>
                    </p:cTn>
                  </p:par>
                  <p:par>
                    <p:cTn id="19" fill="hold">
                      <p:stCondLst>
                        <p:cond delay="indefinite"/>
                      </p:stCondLst>
                      <p:childTnLst>
                        <p:par>
                          <p:cTn id="20" fill="hold">
                            <p:stCondLst>
                              <p:cond delay="0"/>
                            </p:stCondLst>
                            <p:childTnLst>
                              <p:par>
                                <p:cTn id="21" presetID="3" presetClass="emph" presetSubtype="2" fill="hold" grpId="0" nodeType="clickEffect">
                                  <p:stCondLst>
                                    <p:cond delay="0"/>
                                  </p:stCondLst>
                                  <p:childTnLst>
                                    <p:animClr clrSpc="rgb" dir="cw">
                                      <p:cBhvr override="childStyle">
                                        <p:cTn id="22" dur="1000" fill="hold"/>
                                        <p:tgtEl>
                                          <p:spTgt spid="17">
                                            <p:txEl>
                                              <p:pRg st="0" end="0"/>
                                            </p:txEl>
                                          </p:spTgt>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uiExpand="1" build="p"/>
      <p:bldP spid="17"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363B3-94A7-74BE-6162-445AC7738821}"/>
            </a:ext>
          </a:extLst>
        </p:cNvPr>
        <p:cNvGrpSpPr/>
        <p:nvPr/>
      </p:nvGrpSpPr>
      <p:grpSpPr>
        <a:xfrm>
          <a:off x="0" y="0"/>
          <a:ext cx="0" cy="0"/>
          <a:chOff x="0" y="0"/>
          <a:chExt cx="0" cy="0"/>
        </a:xfrm>
      </p:grpSpPr>
      <p:pic>
        <p:nvPicPr>
          <p:cNvPr id="8" name="Picture 7" descr="Scuba divers under water&#10;&#10;AI-generated content may be incorrect.">
            <a:extLst>
              <a:ext uri="{FF2B5EF4-FFF2-40B4-BE49-F238E27FC236}">
                <a16:creationId xmlns:a16="http://schemas.microsoft.com/office/drawing/2014/main" id="{1570F411-80D7-2888-A67F-46698F2FDBE3}"/>
              </a:ext>
            </a:extLst>
          </p:cNvPr>
          <p:cNvPicPr>
            <a:picLocks noGrp="1" noRot="1" noChangeAspect="1" noMove="1" noResize="1" noEditPoints="1" noAdjustHandles="1" noChangeArrowheads="1" noChangeShapeType="1" noCrop="1"/>
          </p:cNvPicPr>
          <p:nvPr/>
        </p:nvPicPr>
        <p:blipFill>
          <a:blip r:embed="rId3" cstate="screen">
            <a:extLst>
              <a:ext uri="{BEBA8EAE-BF5A-486C-A8C5-ECC9F3942E4B}">
                <a14:imgProps xmlns:a14="http://schemas.microsoft.com/office/drawing/2010/main">
                  <a14:imgLayer r:embed="rId4">
                    <a14:imgEffect>
                      <a14:brightnessContrast bright="-60000"/>
                    </a14:imgEffect>
                  </a14:imgLayer>
                </a14:imgProps>
              </a:ext>
              <a:ext uri="{28A0092B-C50C-407E-A947-70E740481C1C}">
                <a14:useLocalDpi xmlns:a14="http://schemas.microsoft.com/office/drawing/2010/main"/>
              </a:ext>
            </a:extLst>
          </a:blip>
          <a:srcRect/>
          <a:stretch/>
        </p:blipFill>
        <p:spPr>
          <a:xfrm>
            <a:off x="1" y="-3750"/>
            <a:ext cx="1591982" cy="6858000"/>
          </a:xfrm>
          <a:prstGeom prst="rect">
            <a:avLst/>
          </a:prstGeom>
        </p:spPr>
      </p:pic>
      <p:pic>
        <p:nvPicPr>
          <p:cNvPr id="10" name="Picture 9" descr="Scuba divers under water&#10;&#10;AI-generated content may be incorrect.">
            <a:extLst>
              <a:ext uri="{FF2B5EF4-FFF2-40B4-BE49-F238E27FC236}">
                <a16:creationId xmlns:a16="http://schemas.microsoft.com/office/drawing/2014/main" id="{E0393F73-F89F-7447-1B0A-8E1915AABBE2}"/>
              </a:ext>
            </a:extLst>
          </p:cNvPr>
          <p:cNvPicPr>
            <a:picLocks noGrp="1" noRot="1" noChangeAspect="1" noMove="1" noResize="1" noEditPoints="1" noAdjustHandles="1" noChangeArrowheads="1" noChangeShapeType="1" noCrop="1"/>
          </p:cNvPicPr>
          <p:nvPr/>
        </p:nvPicPr>
        <p:blipFill>
          <a:blip r:embed="rId5" cstate="screen">
            <a:extLst>
              <a:ext uri="{BEBA8EAE-BF5A-486C-A8C5-ECC9F3942E4B}">
                <a14:imgProps xmlns:a14="http://schemas.microsoft.com/office/drawing/2010/main">
                  <a14:imgLayer r:embed="rId6">
                    <a14:imgEffect>
                      <a14:brightnessContrast bright="-60000"/>
                    </a14:imgEffect>
                  </a14:imgLayer>
                </a14:imgProps>
              </a:ext>
              <a:ext uri="{28A0092B-C50C-407E-A947-70E740481C1C}">
                <a14:useLocalDpi xmlns:a14="http://schemas.microsoft.com/office/drawing/2010/main"/>
              </a:ext>
            </a:extLst>
          </a:blip>
          <a:srcRect/>
          <a:stretch/>
        </p:blipFill>
        <p:spPr>
          <a:xfrm>
            <a:off x="-15" y="0"/>
            <a:ext cx="12192011" cy="671089"/>
          </a:xfrm>
          <a:prstGeom prst="rect">
            <a:avLst/>
          </a:prstGeom>
        </p:spPr>
      </p:pic>
      <p:cxnSp>
        <p:nvCxnSpPr>
          <p:cNvPr id="32" name="Straight Connector 31">
            <a:extLst>
              <a:ext uri="{FF2B5EF4-FFF2-40B4-BE49-F238E27FC236}">
                <a16:creationId xmlns:a16="http://schemas.microsoft.com/office/drawing/2014/main" id="{F8D67947-ED4A-F95D-C2FF-EA359CF068F1}"/>
              </a:ext>
            </a:extLst>
          </p:cNvPr>
          <p:cNvCxnSpPr>
            <a:cxnSpLocks noGrp="1" noRot="1" noMove="1" noResize="1" noEditPoints="1" noAdjustHandles="1" noChangeArrowheads="1" noChangeShapeType="1"/>
          </p:cNvCxnSpPr>
          <p:nvPr/>
        </p:nvCxnSpPr>
        <p:spPr>
          <a:xfrm>
            <a:off x="-3" y="657106"/>
            <a:ext cx="12192003" cy="0"/>
          </a:xfrm>
          <a:prstGeom prst="line">
            <a:avLst/>
          </a:prstGeom>
          <a:ln w="53975">
            <a:gradFill>
              <a:gsLst>
                <a:gs pos="50000">
                  <a:srgbClr val="EE3C34"/>
                </a:gs>
                <a:gs pos="100000">
                  <a:srgbClr val="EE3C34"/>
                </a:gs>
                <a:gs pos="0">
                  <a:srgbClr val="EE3C34">
                    <a:alpha val="0"/>
                  </a:srgbClr>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1" name="Right Triangle 20">
            <a:extLst>
              <a:ext uri="{FF2B5EF4-FFF2-40B4-BE49-F238E27FC236}">
                <a16:creationId xmlns:a16="http://schemas.microsoft.com/office/drawing/2014/main" id="{9037DF57-DEF2-9BAA-0C7C-6AA4365C2EFE}"/>
              </a:ext>
            </a:extLst>
          </p:cNvPr>
          <p:cNvSpPr>
            <a:spLocks noGrp="1" noRot="1" noMove="1" noResize="1" noEditPoints="1" noAdjustHandles="1" noChangeArrowheads="1" noChangeShapeType="1"/>
          </p:cNvSpPr>
          <p:nvPr/>
        </p:nvSpPr>
        <p:spPr>
          <a:xfrm flipH="1">
            <a:off x="0" y="5309760"/>
            <a:ext cx="1591982" cy="1548239"/>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679692E-CA59-354D-D2D1-CB5EE768D250}"/>
              </a:ext>
            </a:extLst>
          </p:cNvPr>
          <p:cNvSpPr txBox="1">
            <a:spLocks/>
          </p:cNvSpPr>
          <p:nvPr/>
        </p:nvSpPr>
        <p:spPr>
          <a:xfrm>
            <a:off x="228600" y="50716"/>
            <a:ext cx="2725615" cy="523220"/>
          </a:xfrm>
          <a:prstGeom prst="rect">
            <a:avLst/>
          </a:prstGeom>
          <a:noFill/>
        </p:spPr>
        <p:txBody>
          <a:bodyPr wrap="square" rtlCol="0">
            <a:spAutoFit/>
          </a:bodyPr>
          <a:lstStyle/>
          <a:p>
            <a:r>
              <a:rPr lang="en-US" sz="2800" b="1" dirty="0">
                <a:solidFill>
                  <a:srgbClr val="E7EBEE"/>
                </a:solidFill>
                <a:latin typeface="Corbel" panose="020B0503020204020204" pitchFamily="34" charset="0"/>
                <a:ea typeface="Verdana" panose="020B0604030504040204" pitchFamily="34" charset="0"/>
                <a:cs typeface="Beirut" pitchFamily="2" charset="-78"/>
              </a:rPr>
              <a:t>1. </a:t>
            </a:r>
            <a:r>
              <a:rPr lang="en-US" sz="2800" b="1" dirty="0">
                <a:solidFill>
                  <a:schemeClr val="bg1"/>
                </a:solidFill>
                <a:latin typeface="Corbel" panose="020B0503020204020204" pitchFamily="34" charset="0"/>
                <a:ea typeface="Verdana" panose="020B0604030504040204" pitchFamily="34" charset="0"/>
                <a:cs typeface="Beirut" pitchFamily="2" charset="-78"/>
              </a:rPr>
              <a:t>Overview</a:t>
            </a:r>
          </a:p>
        </p:txBody>
      </p:sp>
      <p:sp>
        <p:nvSpPr>
          <p:cNvPr id="18" name="TextBox 17">
            <a:extLst>
              <a:ext uri="{FF2B5EF4-FFF2-40B4-BE49-F238E27FC236}">
                <a16:creationId xmlns:a16="http://schemas.microsoft.com/office/drawing/2014/main" id="{F5387D09-5D2F-BECA-A5E5-067A670FDF08}"/>
              </a:ext>
            </a:extLst>
          </p:cNvPr>
          <p:cNvSpPr txBox="1">
            <a:spLocks/>
          </p:cNvSpPr>
          <p:nvPr/>
        </p:nvSpPr>
        <p:spPr>
          <a:xfrm>
            <a:off x="3231381" y="50716"/>
            <a:ext cx="2233795"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2. </a:t>
            </a:r>
            <a:r>
              <a:rPr lang="en-US" sz="2800" b="1" dirty="0">
                <a:solidFill>
                  <a:srgbClr val="FFC000"/>
                </a:solidFill>
                <a:latin typeface="Corbel" panose="020B0503020204020204" pitchFamily="34" charset="0"/>
                <a:ea typeface="Verdana" panose="020B0604030504040204" pitchFamily="34" charset="0"/>
                <a:cs typeface="Beirut" pitchFamily="2" charset="-78"/>
              </a:rPr>
              <a:t>Economics</a:t>
            </a:r>
            <a:r>
              <a:rPr lang="en-US" sz="2800" b="1" dirty="0">
                <a:solidFill>
                  <a:schemeClr val="bg1"/>
                </a:solidFill>
                <a:latin typeface="Corbel" panose="020B0503020204020204" pitchFamily="34" charset="0"/>
                <a:ea typeface="Verdana" panose="020B0604030504040204" pitchFamily="34" charset="0"/>
                <a:cs typeface="Beirut" pitchFamily="2" charset="-78"/>
              </a:rPr>
              <a:t> </a:t>
            </a:r>
            <a:endParaRPr lang="en-US" sz="2800" b="1" dirty="0">
              <a:solidFill>
                <a:srgbClr val="FFC000"/>
              </a:solidFill>
              <a:latin typeface="Corbel" panose="020B0503020204020204" pitchFamily="34" charset="0"/>
              <a:ea typeface="Verdana" panose="020B0604030504040204" pitchFamily="34" charset="0"/>
              <a:cs typeface="Beirut" pitchFamily="2" charset="-78"/>
            </a:endParaRPr>
          </a:p>
        </p:txBody>
      </p:sp>
      <p:sp>
        <p:nvSpPr>
          <p:cNvPr id="22" name="TextBox 21">
            <a:extLst>
              <a:ext uri="{FF2B5EF4-FFF2-40B4-BE49-F238E27FC236}">
                <a16:creationId xmlns:a16="http://schemas.microsoft.com/office/drawing/2014/main" id="{37603E80-6E6A-E082-883F-F4320ADA2FE2}"/>
              </a:ext>
            </a:extLst>
          </p:cNvPr>
          <p:cNvSpPr txBox="1">
            <a:spLocks/>
          </p:cNvSpPr>
          <p:nvPr/>
        </p:nvSpPr>
        <p:spPr>
          <a:xfrm>
            <a:off x="6349628" y="50716"/>
            <a:ext cx="3297580"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3. Tourism</a:t>
            </a:r>
          </a:p>
        </p:txBody>
      </p:sp>
      <p:sp>
        <p:nvSpPr>
          <p:cNvPr id="12" name="TextBox 11">
            <a:extLst>
              <a:ext uri="{FF2B5EF4-FFF2-40B4-BE49-F238E27FC236}">
                <a16:creationId xmlns:a16="http://schemas.microsoft.com/office/drawing/2014/main" id="{D8AF9237-B769-FD60-CF8D-1BE89A8F344D}"/>
              </a:ext>
            </a:extLst>
          </p:cNvPr>
          <p:cNvSpPr txBox="1"/>
          <p:nvPr/>
        </p:nvSpPr>
        <p:spPr>
          <a:xfrm>
            <a:off x="8006195" y="6097879"/>
            <a:ext cx="3474026" cy="738664"/>
          </a:xfrm>
          <a:prstGeom prst="rect">
            <a:avLst/>
          </a:prstGeom>
          <a:noFill/>
        </p:spPr>
        <p:txBody>
          <a:bodyPr wrap="square" rtlCol="0">
            <a:spAutoFit/>
          </a:bodyPr>
          <a:lstStyle/>
          <a:p>
            <a:pPr algn="r"/>
            <a:r>
              <a:rPr lang="en-US" sz="1400" b="1" dirty="0">
                <a:latin typeface="Corbel" panose="020B0503020204020204" pitchFamily="34" charset="0"/>
                <a:ea typeface="Verdana" panose="020B0604030504040204" pitchFamily="34" charset="0"/>
                <a:cs typeface="Beirut" pitchFamily="2" charset="-78"/>
              </a:rPr>
              <a:t>Orlando Timmerman</a:t>
            </a:r>
          </a:p>
          <a:p>
            <a:pPr algn="r"/>
            <a:r>
              <a:rPr lang="en-US" sz="1400" b="1" dirty="0">
                <a:latin typeface="Corbel" panose="020B0503020204020204" pitchFamily="34" charset="0"/>
                <a:ea typeface="Verdana" panose="020B0604030504040204" pitchFamily="34" charset="0"/>
                <a:cs typeface="Beirut" pitchFamily="2" charset="-78"/>
              </a:rPr>
              <a:t>Department of Earth Sciences</a:t>
            </a:r>
          </a:p>
          <a:p>
            <a:pPr algn="r"/>
            <a:r>
              <a:rPr lang="en-US" sz="1400" b="1" dirty="0" err="1">
                <a:latin typeface="Corbel" panose="020B0503020204020204" pitchFamily="34" charset="0"/>
                <a:ea typeface="Verdana" panose="020B0604030504040204" pitchFamily="34" charset="0"/>
                <a:cs typeface="Beirut" pitchFamily="2" charset="-78"/>
              </a:rPr>
              <a:t>Calcifiers</a:t>
            </a:r>
            <a:r>
              <a:rPr lang="en-US" sz="1400" b="1" dirty="0">
                <a:latin typeface="Corbel" panose="020B0503020204020204" pitchFamily="34" charset="0"/>
                <a:ea typeface="Verdana" panose="020B0604030504040204" pitchFamily="34" charset="0"/>
                <a:cs typeface="Beirut" pitchFamily="2" charset="-78"/>
              </a:rPr>
              <a:t> Group Meeting | 30.10.25</a:t>
            </a:r>
          </a:p>
        </p:txBody>
      </p:sp>
      <p:pic>
        <p:nvPicPr>
          <p:cNvPr id="2" name="Picture 16" descr="University of Cambridge Logo PNG Transparent &amp; SVG Vector - Freebie Supply">
            <a:extLst>
              <a:ext uri="{FF2B5EF4-FFF2-40B4-BE49-F238E27FC236}">
                <a16:creationId xmlns:a16="http://schemas.microsoft.com/office/drawing/2014/main" id="{3D9528FC-76CE-A8EC-AB4A-899F196F02C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563928" y="6149159"/>
            <a:ext cx="506380" cy="636104"/>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0CB761D2-48E2-C51C-D736-720204FC2FA8}"/>
              </a:ext>
            </a:extLst>
          </p:cNvPr>
          <p:cNvSpPr txBox="1">
            <a:spLocks/>
          </p:cNvSpPr>
          <p:nvPr/>
        </p:nvSpPr>
        <p:spPr>
          <a:xfrm>
            <a:off x="9195583" y="50716"/>
            <a:ext cx="2725614"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4. Proposal</a:t>
            </a:r>
          </a:p>
        </p:txBody>
      </p:sp>
      <p:pic>
        <p:nvPicPr>
          <p:cNvPr id="4" name="Picture 3">
            <a:extLst>
              <a:ext uri="{FF2B5EF4-FFF2-40B4-BE49-F238E27FC236}">
                <a16:creationId xmlns:a16="http://schemas.microsoft.com/office/drawing/2014/main" id="{31AF19F2-DF3E-2D4C-0C13-A157385F0738}"/>
              </a:ext>
            </a:extLst>
          </p:cNvPr>
          <p:cNvPicPr>
            <a:picLocks noChangeAspect="1"/>
          </p:cNvPicPr>
          <p:nvPr/>
        </p:nvPicPr>
        <p:blipFill>
          <a:blip r:embed="rId8"/>
          <a:stretch>
            <a:fillRect/>
          </a:stretch>
        </p:blipFill>
        <p:spPr>
          <a:xfrm>
            <a:off x="1000685" y="6083879"/>
            <a:ext cx="590245" cy="590245"/>
          </a:xfrm>
          <a:prstGeom prst="rect">
            <a:avLst/>
          </a:prstGeom>
        </p:spPr>
      </p:pic>
      <p:sp>
        <p:nvSpPr>
          <p:cNvPr id="6" name="TextBox 5">
            <a:extLst>
              <a:ext uri="{FF2B5EF4-FFF2-40B4-BE49-F238E27FC236}">
                <a16:creationId xmlns:a16="http://schemas.microsoft.com/office/drawing/2014/main" id="{25A9BA76-B4AE-DDBC-D3BC-4637016A72F2}"/>
              </a:ext>
            </a:extLst>
          </p:cNvPr>
          <p:cNvSpPr txBox="1"/>
          <p:nvPr/>
        </p:nvSpPr>
        <p:spPr>
          <a:xfrm>
            <a:off x="2213152" y="1507058"/>
            <a:ext cx="9350776" cy="5109091"/>
          </a:xfrm>
          <a:prstGeom prst="rect">
            <a:avLst/>
          </a:prstGeom>
          <a:noFill/>
        </p:spPr>
        <p:txBody>
          <a:bodyPr wrap="square" lIns="0" tIns="0" rIns="0" bIns="0" rtlCol="0">
            <a:spAutoFit/>
          </a:bodyPr>
          <a:lstStyle/>
          <a:p>
            <a:r>
              <a:rPr lang="en-GB" sz="2400" b="1" dirty="0">
                <a:latin typeface="Corbel" panose="020B0503020204020204" pitchFamily="34" charset="0"/>
              </a:rPr>
              <a:t>Methods of Economic Valuation</a:t>
            </a:r>
          </a:p>
          <a:p>
            <a:endParaRPr lang="en-GB" sz="2000" dirty="0">
              <a:latin typeface="Corbel" panose="020B0503020204020204" pitchFamily="34" charset="0"/>
            </a:endParaRPr>
          </a:p>
          <a:p>
            <a:r>
              <a:rPr lang="en-GB" sz="2000" b="1" dirty="0">
                <a:latin typeface="Corbel" panose="020B0503020204020204" pitchFamily="34" charset="0"/>
              </a:rPr>
              <a:t>Market-based methods – </a:t>
            </a:r>
            <a:r>
              <a:rPr lang="en-GB" sz="2000" dirty="0">
                <a:latin typeface="Corbel" panose="020B0503020204020204" pitchFamily="34" charset="0"/>
              </a:rPr>
              <a:t>value of fishery catch; tourism revenues (reef-related travel, diving, lodging)</a:t>
            </a:r>
            <a:endParaRPr lang="en-GB" sz="2000" b="1" dirty="0">
              <a:latin typeface="Corbel" panose="020B0503020204020204" pitchFamily="34" charset="0"/>
            </a:endParaRPr>
          </a:p>
          <a:p>
            <a:endParaRPr lang="en-GB" sz="2000" b="1" dirty="0">
              <a:latin typeface="Corbel" panose="020B0503020204020204" pitchFamily="34" charset="0"/>
            </a:endParaRPr>
          </a:p>
          <a:p>
            <a:r>
              <a:rPr lang="en-GB" sz="2000" b="1" dirty="0">
                <a:latin typeface="Corbel" panose="020B0503020204020204" pitchFamily="34" charset="0"/>
              </a:rPr>
              <a:t>Revealed- / Stated-preference methods – </a:t>
            </a:r>
            <a:r>
              <a:rPr lang="en-GB" sz="2000" dirty="0">
                <a:latin typeface="Corbel" panose="020B0503020204020204" pitchFamily="34" charset="0"/>
              </a:rPr>
              <a:t>estimate via value of proxies e.g. cost and number of recreational visits / choice experiments (asking visitors how much they’d pay in hypothetical markets)</a:t>
            </a:r>
            <a:endParaRPr lang="en-GB" sz="2000" b="1" dirty="0">
              <a:latin typeface="Corbel" panose="020B0503020204020204" pitchFamily="34" charset="0"/>
            </a:endParaRPr>
          </a:p>
          <a:p>
            <a:endParaRPr lang="en-GB" sz="2000" b="1" dirty="0">
              <a:latin typeface="Corbel" panose="020B0503020204020204" pitchFamily="34" charset="0"/>
            </a:endParaRPr>
          </a:p>
          <a:p>
            <a:r>
              <a:rPr lang="en-GB" sz="2000" b="1" dirty="0">
                <a:latin typeface="Corbel" panose="020B0503020204020204" pitchFamily="34" charset="0"/>
              </a:rPr>
              <a:t>Cost-based methods – </a:t>
            </a:r>
            <a:r>
              <a:rPr lang="en-GB" sz="2000" dirty="0">
                <a:latin typeface="Corbel" panose="020B0503020204020204" pitchFamily="34" charset="0"/>
              </a:rPr>
              <a:t>thinking counterfactually e.g. </a:t>
            </a:r>
            <a:r>
              <a:rPr lang="en-GB" sz="2000" i="1" dirty="0">
                <a:latin typeface="Corbel" panose="020B0503020204020204" pitchFamily="34" charset="0"/>
              </a:rPr>
              <a:t>how much would replacing the service cost? How much cost (e.g. by avoided floods) is avoided currently?</a:t>
            </a:r>
          </a:p>
          <a:p>
            <a:endParaRPr lang="en-GB" sz="2000" b="1" i="1" dirty="0">
              <a:latin typeface="Corbel" panose="020B0503020204020204" pitchFamily="34" charset="0"/>
            </a:endParaRPr>
          </a:p>
          <a:p>
            <a:r>
              <a:rPr lang="en-GB" sz="2000" dirty="0">
                <a:latin typeface="Corbel" panose="020B0503020204020204" pitchFamily="34" charset="0"/>
              </a:rPr>
              <a:t>… plagued by complex, messy, incomplete, not-built-for-purpose datasets requiring lots of dangerous extrapolation/interpolation</a:t>
            </a:r>
          </a:p>
          <a:p>
            <a:endParaRPr lang="en-GB" sz="2000" dirty="0">
              <a:latin typeface="Corbel" panose="020B0503020204020204" pitchFamily="34" charset="0"/>
            </a:endParaRPr>
          </a:p>
          <a:p>
            <a:r>
              <a:rPr lang="en-GB" sz="1400" dirty="0">
                <a:latin typeface="Corbel" panose="020B0503020204020204" pitchFamily="34" charset="0"/>
              </a:rPr>
              <a:t>Credit: </a:t>
            </a:r>
            <a:r>
              <a:rPr lang="en-GB" sz="1400" dirty="0"/>
              <a:t>Graves, A, et al, 2009, </a:t>
            </a:r>
          </a:p>
          <a:p>
            <a:r>
              <a:rPr lang="en-GB" sz="1400" dirty="0"/>
              <a:t>Valuation of Natural Resources: A NERC Scoping Study</a:t>
            </a:r>
            <a:endParaRPr lang="en-GB" sz="1400" dirty="0">
              <a:latin typeface="Corbel" panose="020B0503020204020204" pitchFamily="34" charset="0"/>
            </a:endParaRPr>
          </a:p>
        </p:txBody>
      </p:sp>
    </p:spTree>
    <p:extLst>
      <p:ext uri="{BB962C8B-B14F-4D97-AF65-F5344CB8AC3E}">
        <p14:creationId xmlns:p14="http://schemas.microsoft.com/office/powerpoint/2010/main" val="88021723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childTnLst>
                                    <p:animClr clrSpc="rgb" dir="cw">
                                      <p:cBhvr override="childStyle">
                                        <p:cTn id="6" dur="1000" fill="hold"/>
                                        <p:tgtEl>
                                          <p:spTgt spid="6">
                                            <p:txEl>
                                              <p:pRg st="0" end="0"/>
                                            </p:txEl>
                                          </p:spTgt>
                                        </p:tgtEl>
                                        <p:attrNameLst>
                                          <p:attrName>style.color</p:attrName>
                                        </p:attrNameLst>
                                      </p:cBhvr>
                                      <p:to>
                                        <a:schemeClr val="tx1"/>
                                      </p:to>
                                    </p:animClr>
                                  </p:childTnLst>
                                </p:cTn>
                              </p:par>
                            </p:childTnLst>
                          </p:cTn>
                        </p:par>
                      </p:childTnLst>
                    </p:cTn>
                  </p:par>
                  <p:par>
                    <p:cTn id="7" fill="hold">
                      <p:stCondLst>
                        <p:cond delay="indefinite"/>
                      </p:stCondLst>
                      <p:childTnLst>
                        <p:par>
                          <p:cTn id="8" fill="hold">
                            <p:stCondLst>
                              <p:cond delay="0"/>
                            </p:stCondLst>
                            <p:childTnLst>
                              <p:par>
                                <p:cTn id="9" presetID="3" presetClass="emph" presetSubtype="2" fill="hold" grpId="0" nodeType="clickEffect">
                                  <p:stCondLst>
                                    <p:cond delay="0"/>
                                  </p:stCondLst>
                                  <p:childTnLst>
                                    <p:animClr clrSpc="rgb" dir="cw">
                                      <p:cBhvr override="childStyle">
                                        <p:cTn id="10" dur="1000" fill="hold"/>
                                        <p:tgtEl>
                                          <p:spTgt spid="6">
                                            <p:txEl>
                                              <p:pRg st="2" end="2"/>
                                            </p:txEl>
                                          </p:spTgt>
                                        </p:tgtEl>
                                        <p:attrNameLst>
                                          <p:attrName>style.color</p:attrName>
                                        </p:attrNameLst>
                                      </p:cBhvr>
                                      <p:to>
                                        <a:schemeClr val="tx1"/>
                                      </p:to>
                                    </p:animClr>
                                  </p:childTnLst>
                                </p:cTn>
                              </p:par>
                            </p:childTnLst>
                          </p:cTn>
                        </p:par>
                      </p:childTnLst>
                    </p:cTn>
                  </p:par>
                  <p:par>
                    <p:cTn id="11" fill="hold">
                      <p:stCondLst>
                        <p:cond delay="indefinite"/>
                      </p:stCondLst>
                      <p:childTnLst>
                        <p:par>
                          <p:cTn id="12" fill="hold">
                            <p:stCondLst>
                              <p:cond delay="0"/>
                            </p:stCondLst>
                            <p:childTnLst>
                              <p:par>
                                <p:cTn id="13" presetID="3" presetClass="emph" presetSubtype="2" fill="hold" grpId="0" nodeType="clickEffect">
                                  <p:stCondLst>
                                    <p:cond delay="0"/>
                                  </p:stCondLst>
                                  <p:childTnLst>
                                    <p:animClr clrSpc="rgb" dir="cw">
                                      <p:cBhvr override="childStyle">
                                        <p:cTn id="14" dur="1000" fill="hold"/>
                                        <p:tgtEl>
                                          <p:spTgt spid="6">
                                            <p:txEl>
                                              <p:pRg st="4" end="4"/>
                                            </p:txEl>
                                          </p:spTgt>
                                        </p:tgtEl>
                                        <p:attrNameLst>
                                          <p:attrName>style.color</p:attrName>
                                        </p:attrNameLst>
                                      </p:cBhvr>
                                      <p:to>
                                        <a:schemeClr val="tx1"/>
                                      </p:to>
                                    </p:animClr>
                                  </p:childTnLst>
                                </p:cTn>
                              </p:par>
                            </p:childTnLst>
                          </p:cTn>
                        </p:par>
                      </p:childTnLst>
                    </p:cTn>
                  </p:par>
                  <p:par>
                    <p:cTn id="15" fill="hold">
                      <p:stCondLst>
                        <p:cond delay="indefinite"/>
                      </p:stCondLst>
                      <p:childTnLst>
                        <p:par>
                          <p:cTn id="16" fill="hold">
                            <p:stCondLst>
                              <p:cond delay="0"/>
                            </p:stCondLst>
                            <p:childTnLst>
                              <p:par>
                                <p:cTn id="17" presetID="3" presetClass="emph" presetSubtype="2" fill="hold" grpId="0" nodeType="clickEffect">
                                  <p:stCondLst>
                                    <p:cond delay="0"/>
                                  </p:stCondLst>
                                  <p:childTnLst>
                                    <p:animClr clrSpc="rgb" dir="cw">
                                      <p:cBhvr override="childStyle">
                                        <p:cTn id="18" dur="1000" fill="hold"/>
                                        <p:tgtEl>
                                          <p:spTgt spid="6">
                                            <p:txEl>
                                              <p:pRg st="6" end="6"/>
                                            </p:txEl>
                                          </p:spTgt>
                                        </p:tgtEl>
                                        <p:attrNameLst>
                                          <p:attrName>style.color</p:attrName>
                                        </p:attrNameLst>
                                      </p:cBhvr>
                                      <p:to>
                                        <a:schemeClr val="tx1"/>
                                      </p:to>
                                    </p:animClr>
                                  </p:childTnLst>
                                </p:cTn>
                              </p:par>
                            </p:childTnLst>
                          </p:cTn>
                        </p:par>
                      </p:childTnLst>
                    </p:cTn>
                  </p:par>
                  <p:par>
                    <p:cTn id="19" fill="hold">
                      <p:stCondLst>
                        <p:cond delay="indefinite"/>
                      </p:stCondLst>
                      <p:childTnLst>
                        <p:par>
                          <p:cTn id="20" fill="hold">
                            <p:stCondLst>
                              <p:cond delay="0"/>
                            </p:stCondLst>
                            <p:childTnLst>
                              <p:par>
                                <p:cTn id="21" presetID="3" presetClass="emph" presetSubtype="2" fill="hold" grpId="0" nodeType="clickEffect">
                                  <p:stCondLst>
                                    <p:cond delay="0"/>
                                  </p:stCondLst>
                                  <p:childTnLst>
                                    <p:animClr clrSpc="rgb" dir="cw">
                                      <p:cBhvr override="childStyle">
                                        <p:cTn id="22" dur="1000" fill="hold"/>
                                        <p:tgtEl>
                                          <p:spTgt spid="6">
                                            <p:txEl>
                                              <p:pRg st="8" end="8"/>
                                            </p:txEl>
                                          </p:spTgt>
                                        </p:tgtEl>
                                        <p:attrNameLst>
                                          <p:attrName>style.color</p:attrName>
                                        </p:attrNameLst>
                                      </p:cBhvr>
                                      <p:to>
                                        <a:schemeClr val="tx1"/>
                                      </p:to>
                                    </p:animClr>
                                  </p:childTnLst>
                                </p:cTn>
                              </p:par>
                            </p:childTnLst>
                          </p:cTn>
                        </p:par>
                      </p:childTnLst>
                    </p:cTn>
                  </p:par>
                  <p:par>
                    <p:cTn id="23" fill="hold">
                      <p:stCondLst>
                        <p:cond delay="indefinite"/>
                      </p:stCondLst>
                      <p:childTnLst>
                        <p:par>
                          <p:cTn id="24" fill="hold">
                            <p:stCondLst>
                              <p:cond delay="0"/>
                            </p:stCondLst>
                            <p:childTnLst>
                              <p:par>
                                <p:cTn id="25" presetID="3" presetClass="emph" presetSubtype="2" fill="hold" grpId="0" nodeType="clickEffect">
                                  <p:stCondLst>
                                    <p:cond delay="0"/>
                                  </p:stCondLst>
                                  <p:childTnLst>
                                    <p:animClr clrSpc="rgb" dir="cw">
                                      <p:cBhvr override="childStyle">
                                        <p:cTn id="26" dur="1000" fill="hold"/>
                                        <p:tgtEl>
                                          <p:spTgt spid="6">
                                            <p:txEl>
                                              <p:pRg st="10" end="10"/>
                                            </p:txEl>
                                          </p:spTgt>
                                        </p:tgtEl>
                                        <p:attrNameLst>
                                          <p:attrName>style.color</p:attrName>
                                        </p:attrNameLst>
                                      </p:cBhvr>
                                      <p:to>
                                        <a:schemeClr val="tx1"/>
                                      </p:to>
                                    </p:animClr>
                                  </p:childTnLst>
                                </p:cTn>
                              </p:par>
                            </p:childTnLst>
                          </p:cTn>
                        </p:par>
                      </p:childTnLst>
                    </p:cTn>
                  </p:par>
                  <p:par>
                    <p:cTn id="27" fill="hold">
                      <p:stCondLst>
                        <p:cond delay="indefinite"/>
                      </p:stCondLst>
                      <p:childTnLst>
                        <p:par>
                          <p:cTn id="28" fill="hold">
                            <p:stCondLst>
                              <p:cond delay="0"/>
                            </p:stCondLst>
                            <p:childTnLst>
                              <p:par>
                                <p:cTn id="29" presetID="3" presetClass="emph" presetSubtype="2" fill="hold" grpId="0" nodeType="clickEffect">
                                  <p:stCondLst>
                                    <p:cond delay="0"/>
                                  </p:stCondLst>
                                  <p:childTnLst>
                                    <p:animClr clrSpc="rgb" dir="cw">
                                      <p:cBhvr override="childStyle">
                                        <p:cTn id="30" dur="1000" fill="hold"/>
                                        <p:tgtEl>
                                          <p:spTgt spid="6">
                                            <p:txEl>
                                              <p:pRg st="11" end="11"/>
                                            </p:txEl>
                                          </p:spTgt>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0A526-2B9A-EB32-3395-798C4E667DB2}"/>
            </a:ext>
          </a:extLst>
        </p:cNvPr>
        <p:cNvGrpSpPr/>
        <p:nvPr/>
      </p:nvGrpSpPr>
      <p:grpSpPr>
        <a:xfrm>
          <a:off x="0" y="0"/>
          <a:ext cx="0" cy="0"/>
          <a:chOff x="0" y="0"/>
          <a:chExt cx="0" cy="0"/>
        </a:xfrm>
      </p:grpSpPr>
      <p:pic>
        <p:nvPicPr>
          <p:cNvPr id="8" name="Picture 7" descr="Scuba divers under water&#10;&#10;AI-generated content may be incorrect.">
            <a:extLst>
              <a:ext uri="{FF2B5EF4-FFF2-40B4-BE49-F238E27FC236}">
                <a16:creationId xmlns:a16="http://schemas.microsoft.com/office/drawing/2014/main" id="{BC360690-45A5-6251-79C2-86524769276F}"/>
              </a:ext>
            </a:extLst>
          </p:cNvPr>
          <p:cNvPicPr>
            <a:picLocks noGrp="1" noRot="1" noChangeAspect="1" noMove="1" noResize="1" noEditPoints="1" noAdjustHandles="1" noChangeArrowheads="1" noChangeShapeType="1" noCrop="1"/>
          </p:cNvPicPr>
          <p:nvPr/>
        </p:nvPicPr>
        <p:blipFill>
          <a:blip r:embed="rId3" cstate="screen">
            <a:extLst>
              <a:ext uri="{BEBA8EAE-BF5A-486C-A8C5-ECC9F3942E4B}">
                <a14:imgProps xmlns:a14="http://schemas.microsoft.com/office/drawing/2010/main">
                  <a14:imgLayer r:embed="rId4">
                    <a14:imgEffect>
                      <a14:brightnessContrast bright="-60000"/>
                    </a14:imgEffect>
                  </a14:imgLayer>
                </a14:imgProps>
              </a:ext>
              <a:ext uri="{28A0092B-C50C-407E-A947-70E740481C1C}">
                <a14:useLocalDpi xmlns:a14="http://schemas.microsoft.com/office/drawing/2010/main"/>
              </a:ext>
            </a:extLst>
          </a:blip>
          <a:srcRect/>
          <a:stretch/>
        </p:blipFill>
        <p:spPr>
          <a:xfrm>
            <a:off x="1" y="-3750"/>
            <a:ext cx="1591982" cy="6858000"/>
          </a:xfrm>
          <a:prstGeom prst="rect">
            <a:avLst/>
          </a:prstGeom>
        </p:spPr>
      </p:pic>
      <p:pic>
        <p:nvPicPr>
          <p:cNvPr id="10" name="Picture 9" descr="Scuba divers under water&#10;&#10;AI-generated content may be incorrect.">
            <a:extLst>
              <a:ext uri="{FF2B5EF4-FFF2-40B4-BE49-F238E27FC236}">
                <a16:creationId xmlns:a16="http://schemas.microsoft.com/office/drawing/2014/main" id="{6C6B35F9-0294-28AD-3977-CE52A2063843}"/>
              </a:ext>
            </a:extLst>
          </p:cNvPr>
          <p:cNvPicPr>
            <a:picLocks noGrp="1" noRot="1" noChangeAspect="1" noMove="1" noResize="1" noEditPoints="1" noAdjustHandles="1" noChangeArrowheads="1" noChangeShapeType="1" noCrop="1"/>
          </p:cNvPicPr>
          <p:nvPr/>
        </p:nvPicPr>
        <p:blipFill>
          <a:blip r:embed="rId5" cstate="screen">
            <a:extLst>
              <a:ext uri="{BEBA8EAE-BF5A-486C-A8C5-ECC9F3942E4B}">
                <a14:imgProps xmlns:a14="http://schemas.microsoft.com/office/drawing/2010/main">
                  <a14:imgLayer r:embed="rId6">
                    <a14:imgEffect>
                      <a14:brightnessContrast bright="-60000"/>
                    </a14:imgEffect>
                  </a14:imgLayer>
                </a14:imgProps>
              </a:ext>
              <a:ext uri="{28A0092B-C50C-407E-A947-70E740481C1C}">
                <a14:useLocalDpi xmlns:a14="http://schemas.microsoft.com/office/drawing/2010/main"/>
              </a:ext>
            </a:extLst>
          </a:blip>
          <a:srcRect/>
          <a:stretch/>
        </p:blipFill>
        <p:spPr>
          <a:xfrm>
            <a:off x="-15" y="0"/>
            <a:ext cx="12192011" cy="671089"/>
          </a:xfrm>
          <a:prstGeom prst="rect">
            <a:avLst/>
          </a:prstGeom>
        </p:spPr>
      </p:pic>
      <p:cxnSp>
        <p:nvCxnSpPr>
          <p:cNvPr id="32" name="Straight Connector 31">
            <a:extLst>
              <a:ext uri="{FF2B5EF4-FFF2-40B4-BE49-F238E27FC236}">
                <a16:creationId xmlns:a16="http://schemas.microsoft.com/office/drawing/2014/main" id="{8952F84A-849A-F92A-33E0-4FE95C148A01}"/>
              </a:ext>
            </a:extLst>
          </p:cNvPr>
          <p:cNvCxnSpPr>
            <a:cxnSpLocks noGrp="1" noRot="1" noMove="1" noResize="1" noEditPoints="1" noAdjustHandles="1" noChangeArrowheads="1" noChangeShapeType="1"/>
          </p:cNvCxnSpPr>
          <p:nvPr/>
        </p:nvCxnSpPr>
        <p:spPr>
          <a:xfrm>
            <a:off x="-3" y="657106"/>
            <a:ext cx="12192003" cy="0"/>
          </a:xfrm>
          <a:prstGeom prst="line">
            <a:avLst/>
          </a:prstGeom>
          <a:ln w="53975">
            <a:gradFill>
              <a:gsLst>
                <a:gs pos="50000">
                  <a:srgbClr val="EE3C34"/>
                </a:gs>
                <a:gs pos="100000">
                  <a:srgbClr val="EE3C34"/>
                </a:gs>
                <a:gs pos="0">
                  <a:srgbClr val="EE3C34">
                    <a:alpha val="0"/>
                  </a:srgbClr>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1" name="Right Triangle 20">
            <a:extLst>
              <a:ext uri="{FF2B5EF4-FFF2-40B4-BE49-F238E27FC236}">
                <a16:creationId xmlns:a16="http://schemas.microsoft.com/office/drawing/2014/main" id="{91E37C21-3841-01A8-3A21-78987F4C6739}"/>
              </a:ext>
            </a:extLst>
          </p:cNvPr>
          <p:cNvSpPr>
            <a:spLocks noGrp="1" noRot="1" noMove="1" noResize="1" noEditPoints="1" noAdjustHandles="1" noChangeArrowheads="1" noChangeShapeType="1"/>
          </p:cNvSpPr>
          <p:nvPr/>
        </p:nvSpPr>
        <p:spPr>
          <a:xfrm flipH="1">
            <a:off x="0" y="5309760"/>
            <a:ext cx="1591982" cy="1548239"/>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0C3D9D5-EB3C-1332-0ED7-ED4EF6C221B3}"/>
              </a:ext>
            </a:extLst>
          </p:cNvPr>
          <p:cNvSpPr txBox="1">
            <a:spLocks/>
          </p:cNvSpPr>
          <p:nvPr/>
        </p:nvSpPr>
        <p:spPr>
          <a:xfrm>
            <a:off x="228600" y="50716"/>
            <a:ext cx="2725615" cy="523220"/>
          </a:xfrm>
          <a:prstGeom prst="rect">
            <a:avLst/>
          </a:prstGeom>
          <a:noFill/>
        </p:spPr>
        <p:txBody>
          <a:bodyPr wrap="square" rtlCol="0">
            <a:spAutoFit/>
          </a:bodyPr>
          <a:lstStyle/>
          <a:p>
            <a:r>
              <a:rPr lang="en-US" sz="2800" b="1" dirty="0">
                <a:solidFill>
                  <a:srgbClr val="E7EBEE"/>
                </a:solidFill>
                <a:latin typeface="Corbel" panose="020B0503020204020204" pitchFamily="34" charset="0"/>
                <a:ea typeface="Verdana" panose="020B0604030504040204" pitchFamily="34" charset="0"/>
                <a:cs typeface="Beirut" pitchFamily="2" charset="-78"/>
              </a:rPr>
              <a:t>1. </a:t>
            </a:r>
            <a:r>
              <a:rPr lang="en-US" sz="2800" b="1" dirty="0">
                <a:solidFill>
                  <a:schemeClr val="bg1"/>
                </a:solidFill>
                <a:latin typeface="Corbel" panose="020B0503020204020204" pitchFamily="34" charset="0"/>
                <a:ea typeface="Verdana" panose="020B0604030504040204" pitchFamily="34" charset="0"/>
                <a:cs typeface="Beirut" pitchFamily="2" charset="-78"/>
              </a:rPr>
              <a:t>Overview</a:t>
            </a:r>
          </a:p>
        </p:txBody>
      </p:sp>
      <p:sp>
        <p:nvSpPr>
          <p:cNvPr id="18" name="TextBox 17">
            <a:extLst>
              <a:ext uri="{FF2B5EF4-FFF2-40B4-BE49-F238E27FC236}">
                <a16:creationId xmlns:a16="http://schemas.microsoft.com/office/drawing/2014/main" id="{0E76D448-14F6-33D0-EE80-646C61D734FF}"/>
              </a:ext>
            </a:extLst>
          </p:cNvPr>
          <p:cNvSpPr txBox="1">
            <a:spLocks/>
          </p:cNvSpPr>
          <p:nvPr/>
        </p:nvSpPr>
        <p:spPr>
          <a:xfrm>
            <a:off x="3231381" y="50716"/>
            <a:ext cx="2233795"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2. </a:t>
            </a:r>
            <a:r>
              <a:rPr lang="en-US" sz="2800" b="1" dirty="0">
                <a:solidFill>
                  <a:srgbClr val="FFC000"/>
                </a:solidFill>
                <a:latin typeface="Corbel" panose="020B0503020204020204" pitchFamily="34" charset="0"/>
                <a:ea typeface="Verdana" panose="020B0604030504040204" pitchFamily="34" charset="0"/>
                <a:cs typeface="Beirut" pitchFamily="2" charset="-78"/>
              </a:rPr>
              <a:t>Economics</a:t>
            </a:r>
            <a:r>
              <a:rPr lang="en-US" sz="2800" b="1" dirty="0">
                <a:solidFill>
                  <a:schemeClr val="bg1"/>
                </a:solidFill>
                <a:latin typeface="Corbel" panose="020B0503020204020204" pitchFamily="34" charset="0"/>
                <a:ea typeface="Verdana" panose="020B0604030504040204" pitchFamily="34" charset="0"/>
                <a:cs typeface="Beirut" pitchFamily="2" charset="-78"/>
              </a:rPr>
              <a:t> </a:t>
            </a:r>
            <a:endParaRPr lang="en-US" sz="2800" b="1" dirty="0">
              <a:solidFill>
                <a:srgbClr val="FFC000"/>
              </a:solidFill>
              <a:latin typeface="Corbel" panose="020B0503020204020204" pitchFamily="34" charset="0"/>
              <a:ea typeface="Verdana" panose="020B0604030504040204" pitchFamily="34" charset="0"/>
              <a:cs typeface="Beirut" pitchFamily="2" charset="-78"/>
            </a:endParaRPr>
          </a:p>
        </p:txBody>
      </p:sp>
      <p:sp>
        <p:nvSpPr>
          <p:cNvPr id="22" name="TextBox 21">
            <a:extLst>
              <a:ext uri="{FF2B5EF4-FFF2-40B4-BE49-F238E27FC236}">
                <a16:creationId xmlns:a16="http://schemas.microsoft.com/office/drawing/2014/main" id="{4EA6583A-E0E8-41A6-525B-37D1B741249E}"/>
              </a:ext>
            </a:extLst>
          </p:cNvPr>
          <p:cNvSpPr txBox="1">
            <a:spLocks/>
          </p:cNvSpPr>
          <p:nvPr/>
        </p:nvSpPr>
        <p:spPr>
          <a:xfrm>
            <a:off x="6349628" y="50716"/>
            <a:ext cx="3297580"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3. Tourism</a:t>
            </a:r>
          </a:p>
        </p:txBody>
      </p:sp>
      <p:sp>
        <p:nvSpPr>
          <p:cNvPr id="12" name="TextBox 11">
            <a:extLst>
              <a:ext uri="{FF2B5EF4-FFF2-40B4-BE49-F238E27FC236}">
                <a16:creationId xmlns:a16="http://schemas.microsoft.com/office/drawing/2014/main" id="{9BDFE2ED-DCA4-F6D4-B5F2-E042AE2356D9}"/>
              </a:ext>
            </a:extLst>
          </p:cNvPr>
          <p:cNvSpPr txBox="1"/>
          <p:nvPr/>
        </p:nvSpPr>
        <p:spPr>
          <a:xfrm>
            <a:off x="8006195" y="6097879"/>
            <a:ext cx="3474026" cy="738664"/>
          </a:xfrm>
          <a:prstGeom prst="rect">
            <a:avLst/>
          </a:prstGeom>
          <a:noFill/>
        </p:spPr>
        <p:txBody>
          <a:bodyPr wrap="square" rtlCol="0">
            <a:spAutoFit/>
          </a:bodyPr>
          <a:lstStyle/>
          <a:p>
            <a:pPr algn="r"/>
            <a:r>
              <a:rPr lang="en-US" sz="1400" b="1" dirty="0">
                <a:latin typeface="Corbel" panose="020B0503020204020204" pitchFamily="34" charset="0"/>
                <a:ea typeface="Verdana" panose="020B0604030504040204" pitchFamily="34" charset="0"/>
                <a:cs typeface="Beirut" pitchFamily="2" charset="-78"/>
              </a:rPr>
              <a:t>Orlando Timmerman</a:t>
            </a:r>
          </a:p>
          <a:p>
            <a:pPr algn="r"/>
            <a:r>
              <a:rPr lang="en-US" sz="1400" b="1" dirty="0">
                <a:latin typeface="Corbel" panose="020B0503020204020204" pitchFamily="34" charset="0"/>
                <a:ea typeface="Verdana" panose="020B0604030504040204" pitchFamily="34" charset="0"/>
                <a:cs typeface="Beirut" pitchFamily="2" charset="-78"/>
              </a:rPr>
              <a:t>Department of Earth Sciences</a:t>
            </a:r>
          </a:p>
          <a:p>
            <a:pPr algn="r"/>
            <a:r>
              <a:rPr lang="en-US" sz="1400" b="1" dirty="0" err="1">
                <a:latin typeface="Corbel" panose="020B0503020204020204" pitchFamily="34" charset="0"/>
                <a:ea typeface="Verdana" panose="020B0604030504040204" pitchFamily="34" charset="0"/>
                <a:cs typeface="Beirut" pitchFamily="2" charset="-78"/>
              </a:rPr>
              <a:t>Calcifiers</a:t>
            </a:r>
            <a:r>
              <a:rPr lang="en-US" sz="1400" b="1" dirty="0">
                <a:latin typeface="Corbel" panose="020B0503020204020204" pitchFamily="34" charset="0"/>
                <a:ea typeface="Verdana" panose="020B0604030504040204" pitchFamily="34" charset="0"/>
                <a:cs typeface="Beirut" pitchFamily="2" charset="-78"/>
              </a:rPr>
              <a:t> Group Meeting | 30.10.25</a:t>
            </a:r>
          </a:p>
        </p:txBody>
      </p:sp>
      <p:pic>
        <p:nvPicPr>
          <p:cNvPr id="2" name="Picture 16" descr="University of Cambridge Logo PNG Transparent &amp; SVG Vector - Freebie Supply">
            <a:extLst>
              <a:ext uri="{FF2B5EF4-FFF2-40B4-BE49-F238E27FC236}">
                <a16:creationId xmlns:a16="http://schemas.microsoft.com/office/drawing/2014/main" id="{CCA7BEE5-ABF1-7C26-F76D-5EBEF243139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563928" y="6149159"/>
            <a:ext cx="506380" cy="636104"/>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F8104BDD-9578-5977-558D-DE59F7CC83FE}"/>
              </a:ext>
            </a:extLst>
          </p:cNvPr>
          <p:cNvSpPr txBox="1">
            <a:spLocks/>
          </p:cNvSpPr>
          <p:nvPr/>
        </p:nvSpPr>
        <p:spPr>
          <a:xfrm>
            <a:off x="9195583" y="50716"/>
            <a:ext cx="2725614"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4. Proposal</a:t>
            </a:r>
          </a:p>
        </p:txBody>
      </p:sp>
      <p:pic>
        <p:nvPicPr>
          <p:cNvPr id="4" name="Picture 3">
            <a:extLst>
              <a:ext uri="{FF2B5EF4-FFF2-40B4-BE49-F238E27FC236}">
                <a16:creationId xmlns:a16="http://schemas.microsoft.com/office/drawing/2014/main" id="{2E96130E-9A9D-E8F8-A01C-2332E202684E}"/>
              </a:ext>
            </a:extLst>
          </p:cNvPr>
          <p:cNvPicPr>
            <a:picLocks noChangeAspect="1"/>
          </p:cNvPicPr>
          <p:nvPr/>
        </p:nvPicPr>
        <p:blipFill>
          <a:blip r:embed="rId8"/>
          <a:stretch>
            <a:fillRect/>
          </a:stretch>
        </p:blipFill>
        <p:spPr>
          <a:xfrm>
            <a:off x="1000685" y="6083879"/>
            <a:ext cx="590245" cy="590245"/>
          </a:xfrm>
          <a:prstGeom prst="rect">
            <a:avLst/>
          </a:prstGeom>
        </p:spPr>
      </p:pic>
      <p:pic>
        <p:nvPicPr>
          <p:cNvPr id="19" name="Picture 18" descr="A screenshot of a graph&#10;&#10;AI-generated content may be incorrect.">
            <a:extLst>
              <a:ext uri="{FF2B5EF4-FFF2-40B4-BE49-F238E27FC236}">
                <a16:creationId xmlns:a16="http://schemas.microsoft.com/office/drawing/2014/main" id="{7FD46339-C603-C41D-CCD0-B8710E1C00CF}"/>
              </a:ext>
            </a:extLst>
          </p:cNvPr>
          <p:cNvPicPr>
            <a:picLocks noChangeAspect="1"/>
          </p:cNvPicPr>
          <p:nvPr/>
        </p:nvPicPr>
        <p:blipFill>
          <a:blip r:embed="rId9"/>
          <a:stretch>
            <a:fillRect/>
          </a:stretch>
        </p:blipFill>
        <p:spPr>
          <a:xfrm>
            <a:off x="1747146" y="1521058"/>
            <a:ext cx="4446879" cy="4576821"/>
          </a:xfrm>
          <a:prstGeom prst="rect">
            <a:avLst/>
          </a:prstGeom>
        </p:spPr>
      </p:pic>
      <p:sp>
        <p:nvSpPr>
          <p:cNvPr id="20" name="TextBox 19">
            <a:extLst>
              <a:ext uri="{FF2B5EF4-FFF2-40B4-BE49-F238E27FC236}">
                <a16:creationId xmlns:a16="http://schemas.microsoft.com/office/drawing/2014/main" id="{85C1CB2E-F0B7-6F0F-1A8D-D0DA3FD2B575}"/>
              </a:ext>
            </a:extLst>
          </p:cNvPr>
          <p:cNvSpPr txBox="1"/>
          <p:nvPr/>
        </p:nvSpPr>
        <p:spPr>
          <a:xfrm>
            <a:off x="6602380" y="1507058"/>
            <a:ext cx="5467928" cy="5293757"/>
          </a:xfrm>
          <a:prstGeom prst="rect">
            <a:avLst/>
          </a:prstGeom>
          <a:noFill/>
        </p:spPr>
        <p:txBody>
          <a:bodyPr wrap="square" lIns="0" tIns="0" rIns="0" bIns="0" rtlCol="0">
            <a:spAutoFit/>
          </a:bodyPr>
          <a:lstStyle/>
          <a:p>
            <a:r>
              <a:rPr lang="en-GB" sz="2400" b="1" dirty="0">
                <a:solidFill>
                  <a:schemeClr val="tx1">
                    <a:lumMod val="50000"/>
                    <a:lumOff val="50000"/>
                  </a:schemeClr>
                </a:solidFill>
                <a:latin typeface="Corbel" panose="020B0503020204020204" pitchFamily="34" charset="0"/>
              </a:rPr>
              <a:t>Tourism</a:t>
            </a:r>
          </a:p>
          <a:p>
            <a:r>
              <a:rPr lang="en-GB" sz="2000" dirty="0">
                <a:solidFill>
                  <a:schemeClr val="tx1">
                    <a:lumMod val="50000"/>
                    <a:lumOff val="50000"/>
                  </a:schemeClr>
                </a:solidFill>
                <a:latin typeface="Corbel" panose="020B0503020204020204" pitchFamily="34" charset="0"/>
              </a:rPr>
              <a:t>~ 70 million annual tourist trips</a:t>
            </a:r>
          </a:p>
          <a:p>
            <a:r>
              <a:rPr lang="en-GB" sz="2000" dirty="0">
                <a:solidFill>
                  <a:schemeClr val="tx1">
                    <a:lumMod val="50000"/>
                    <a:lumOff val="50000"/>
                  </a:schemeClr>
                </a:solidFill>
                <a:latin typeface="Corbel" panose="020B0503020204020204" pitchFamily="34" charset="0"/>
              </a:rPr>
              <a:t>~ $36 billion annual expenditure</a:t>
            </a:r>
            <a:endParaRPr lang="en-GB" sz="2400" b="1" dirty="0">
              <a:solidFill>
                <a:schemeClr val="tx1">
                  <a:lumMod val="50000"/>
                  <a:lumOff val="50000"/>
                </a:schemeClr>
              </a:solidFill>
              <a:latin typeface="Corbel" panose="020B0503020204020204" pitchFamily="34" charset="0"/>
            </a:endParaRPr>
          </a:p>
          <a:p>
            <a:endParaRPr lang="en-GB" sz="2400" b="1" dirty="0">
              <a:solidFill>
                <a:schemeClr val="tx1">
                  <a:lumMod val="50000"/>
                  <a:lumOff val="50000"/>
                </a:schemeClr>
              </a:solidFill>
              <a:latin typeface="Corbel" panose="020B0503020204020204" pitchFamily="34" charset="0"/>
            </a:endParaRPr>
          </a:p>
          <a:p>
            <a:r>
              <a:rPr lang="en-GB" sz="2400" b="1" dirty="0">
                <a:solidFill>
                  <a:schemeClr val="tx1">
                    <a:lumMod val="50000"/>
                    <a:lumOff val="50000"/>
                  </a:schemeClr>
                </a:solidFill>
                <a:latin typeface="Corbel" panose="020B0503020204020204" pitchFamily="34" charset="0"/>
              </a:rPr>
              <a:t>Fisheries</a:t>
            </a:r>
          </a:p>
          <a:p>
            <a:r>
              <a:rPr lang="en-GB" sz="2000" dirty="0">
                <a:solidFill>
                  <a:schemeClr val="tx1">
                    <a:lumMod val="50000"/>
                    <a:lumOff val="50000"/>
                  </a:schemeClr>
                </a:solidFill>
                <a:latin typeface="Corbel" panose="020B0503020204020204" pitchFamily="34" charset="0"/>
              </a:rPr>
              <a:t>Important protein source for millions</a:t>
            </a:r>
          </a:p>
          <a:p>
            <a:r>
              <a:rPr lang="en-GB" sz="2000" dirty="0">
                <a:solidFill>
                  <a:schemeClr val="tx1">
                    <a:lumMod val="50000"/>
                    <a:lumOff val="50000"/>
                  </a:schemeClr>
                </a:solidFill>
                <a:latin typeface="Corbel" panose="020B0503020204020204" pitchFamily="34" charset="0"/>
              </a:rPr>
              <a:t>Support ~6 million reef fishers (inc. many artisanal)</a:t>
            </a:r>
          </a:p>
          <a:p>
            <a:r>
              <a:rPr lang="en-GB" sz="2000" dirty="0">
                <a:solidFill>
                  <a:schemeClr val="tx1">
                    <a:lumMod val="50000"/>
                    <a:lumOff val="50000"/>
                  </a:schemeClr>
                </a:solidFill>
                <a:latin typeface="Corbel" panose="020B0503020204020204" pitchFamily="34" charset="0"/>
              </a:rPr>
              <a:t>~ $6.8 billion in 2011</a:t>
            </a:r>
          </a:p>
          <a:p>
            <a:r>
              <a:rPr lang="en-GB" sz="2000" dirty="0">
                <a:solidFill>
                  <a:schemeClr val="tx1">
                    <a:lumMod val="50000"/>
                    <a:lumOff val="50000"/>
                  </a:schemeClr>
                </a:solidFill>
                <a:latin typeface="Corbel" panose="020B0503020204020204" pitchFamily="34" charset="0"/>
              </a:rPr>
              <a:t>Women represent ~50% workforce in sector</a:t>
            </a:r>
            <a:endParaRPr lang="en-GB" sz="2400" b="1" dirty="0">
              <a:solidFill>
                <a:schemeClr val="tx1">
                  <a:lumMod val="50000"/>
                  <a:lumOff val="50000"/>
                </a:schemeClr>
              </a:solidFill>
              <a:latin typeface="Corbel" panose="020B0503020204020204" pitchFamily="34" charset="0"/>
            </a:endParaRPr>
          </a:p>
          <a:p>
            <a:endParaRPr lang="en-GB" sz="2400" b="1" dirty="0">
              <a:solidFill>
                <a:schemeClr val="tx1">
                  <a:lumMod val="50000"/>
                  <a:lumOff val="50000"/>
                </a:schemeClr>
              </a:solidFill>
              <a:latin typeface="Corbel" panose="020B0503020204020204" pitchFamily="34" charset="0"/>
            </a:endParaRPr>
          </a:p>
          <a:p>
            <a:r>
              <a:rPr lang="en-GB" sz="2400" b="1" dirty="0">
                <a:solidFill>
                  <a:schemeClr val="tx1">
                    <a:lumMod val="50000"/>
                    <a:lumOff val="50000"/>
                  </a:schemeClr>
                </a:solidFill>
                <a:latin typeface="Corbel" panose="020B0503020204020204" pitchFamily="34" charset="0"/>
              </a:rPr>
              <a:t>Shoreline protection</a:t>
            </a:r>
          </a:p>
          <a:p>
            <a:r>
              <a:rPr lang="en-GB" sz="2000" dirty="0">
                <a:solidFill>
                  <a:schemeClr val="tx1">
                    <a:lumMod val="50000"/>
                    <a:lumOff val="50000"/>
                  </a:schemeClr>
                </a:solidFill>
                <a:latin typeface="Corbel" panose="020B0503020204020204" pitchFamily="34" charset="0"/>
              </a:rPr>
              <a:t>Protect ~150,000 km of shoreline</a:t>
            </a:r>
          </a:p>
          <a:p>
            <a:r>
              <a:rPr lang="en-GB" sz="2000" dirty="0">
                <a:solidFill>
                  <a:schemeClr val="tx1">
                    <a:lumMod val="50000"/>
                    <a:lumOff val="50000"/>
                  </a:schemeClr>
                </a:solidFill>
                <a:latin typeface="Corbel" panose="020B0503020204020204" pitchFamily="34" charset="0"/>
              </a:rPr>
              <a:t>Reduce expected storm damage by &gt; $4 billion annually</a:t>
            </a:r>
          </a:p>
          <a:p>
            <a:endParaRPr lang="en-GB" sz="2400" b="1" dirty="0">
              <a:solidFill>
                <a:schemeClr val="tx1">
                  <a:lumMod val="50000"/>
                  <a:lumOff val="50000"/>
                </a:schemeClr>
              </a:solidFill>
              <a:latin typeface="Corbel" panose="020B0503020204020204" pitchFamily="34" charset="0"/>
            </a:endParaRPr>
          </a:p>
          <a:p>
            <a:endParaRPr lang="en-GB" sz="2000" dirty="0">
              <a:solidFill>
                <a:schemeClr val="tx1">
                  <a:lumMod val="50000"/>
                  <a:lumOff val="50000"/>
                </a:schemeClr>
              </a:solidFill>
              <a:latin typeface="Corbel" panose="020B0503020204020204" pitchFamily="34" charset="0"/>
            </a:endParaRPr>
          </a:p>
        </p:txBody>
      </p:sp>
    </p:spTree>
    <p:extLst>
      <p:ext uri="{BB962C8B-B14F-4D97-AF65-F5344CB8AC3E}">
        <p14:creationId xmlns:p14="http://schemas.microsoft.com/office/powerpoint/2010/main" val="50879363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B26E3-6B1E-6F52-B63C-B3ACB991F6FE}"/>
            </a:ext>
          </a:extLst>
        </p:cNvPr>
        <p:cNvGrpSpPr/>
        <p:nvPr/>
      </p:nvGrpSpPr>
      <p:grpSpPr>
        <a:xfrm>
          <a:off x="0" y="0"/>
          <a:ext cx="0" cy="0"/>
          <a:chOff x="0" y="0"/>
          <a:chExt cx="0" cy="0"/>
        </a:xfrm>
      </p:grpSpPr>
      <p:pic>
        <p:nvPicPr>
          <p:cNvPr id="8" name="Picture 7" descr="Scuba divers under water&#10;&#10;AI-generated content may be incorrect.">
            <a:extLst>
              <a:ext uri="{FF2B5EF4-FFF2-40B4-BE49-F238E27FC236}">
                <a16:creationId xmlns:a16="http://schemas.microsoft.com/office/drawing/2014/main" id="{3B973E5D-B7C3-BE47-B6D5-352E4CC96D77}"/>
              </a:ext>
            </a:extLst>
          </p:cNvPr>
          <p:cNvPicPr>
            <a:picLocks noGrp="1" noRot="1" noChangeAspect="1" noMove="1" noResize="1" noEditPoints="1" noAdjustHandles="1" noChangeArrowheads="1" noChangeShapeType="1" noCrop="1"/>
          </p:cNvPicPr>
          <p:nvPr/>
        </p:nvPicPr>
        <p:blipFill>
          <a:blip r:embed="rId3" cstate="screen">
            <a:extLst>
              <a:ext uri="{BEBA8EAE-BF5A-486C-A8C5-ECC9F3942E4B}">
                <a14:imgProps xmlns:a14="http://schemas.microsoft.com/office/drawing/2010/main">
                  <a14:imgLayer r:embed="rId4">
                    <a14:imgEffect>
                      <a14:brightnessContrast bright="-60000"/>
                    </a14:imgEffect>
                  </a14:imgLayer>
                </a14:imgProps>
              </a:ext>
              <a:ext uri="{28A0092B-C50C-407E-A947-70E740481C1C}">
                <a14:useLocalDpi xmlns:a14="http://schemas.microsoft.com/office/drawing/2010/main"/>
              </a:ext>
            </a:extLst>
          </a:blip>
          <a:srcRect/>
          <a:stretch/>
        </p:blipFill>
        <p:spPr>
          <a:xfrm>
            <a:off x="1" y="-3750"/>
            <a:ext cx="1591982" cy="6858000"/>
          </a:xfrm>
          <a:prstGeom prst="rect">
            <a:avLst/>
          </a:prstGeom>
        </p:spPr>
      </p:pic>
      <p:pic>
        <p:nvPicPr>
          <p:cNvPr id="10" name="Picture 9" descr="Scuba divers under water&#10;&#10;AI-generated content may be incorrect.">
            <a:extLst>
              <a:ext uri="{FF2B5EF4-FFF2-40B4-BE49-F238E27FC236}">
                <a16:creationId xmlns:a16="http://schemas.microsoft.com/office/drawing/2014/main" id="{398237B5-4294-4E02-6AAC-DBF13C8E96B2}"/>
              </a:ext>
            </a:extLst>
          </p:cNvPr>
          <p:cNvPicPr>
            <a:picLocks noGrp="1" noRot="1" noChangeAspect="1" noMove="1" noResize="1" noEditPoints="1" noAdjustHandles="1" noChangeArrowheads="1" noChangeShapeType="1" noCrop="1"/>
          </p:cNvPicPr>
          <p:nvPr/>
        </p:nvPicPr>
        <p:blipFill>
          <a:blip r:embed="rId5" cstate="screen">
            <a:extLst>
              <a:ext uri="{BEBA8EAE-BF5A-486C-A8C5-ECC9F3942E4B}">
                <a14:imgProps xmlns:a14="http://schemas.microsoft.com/office/drawing/2010/main">
                  <a14:imgLayer r:embed="rId6">
                    <a14:imgEffect>
                      <a14:brightnessContrast bright="-60000"/>
                    </a14:imgEffect>
                  </a14:imgLayer>
                </a14:imgProps>
              </a:ext>
              <a:ext uri="{28A0092B-C50C-407E-A947-70E740481C1C}">
                <a14:useLocalDpi xmlns:a14="http://schemas.microsoft.com/office/drawing/2010/main"/>
              </a:ext>
            </a:extLst>
          </a:blip>
          <a:srcRect/>
          <a:stretch/>
        </p:blipFill>
        <p:spPr>
          <a:xfrm>
            <a:off x="-15" y="0"/>
            <a:ext cx="12192011" cy="671089"/>
          </a:xfrm>
          <a:prstGeom prst="rect">
            <a:avLst/>
          </a:prstGeom>
        </p:spPr>
      </p:pic>
      <p:cxnSp>
        <p:nvCxnSpPr>
          <p:cNvPr id="32" name="Straight Connector 31">
            <a:extLst>
              <a:ext uri="{FF2B5EF4-FFF2-40B4-BE49-F238E27FC236}">
                <a16:creationId xmlns:a16="http://schemas.microsoft.com/office/drawing/2014/main" id="{4C129B71-161E-9027-7F18-963EA77CC93B}"/>
              </a:ext>
            </a:extLst>
          </p:cNvPr>
          <p:cNvCxnSpPr>
            <a:cxnSpLocks noGrp="1" noRot="1" noMove="1" noResize="1" noEditPoints="1" noAdjustHandles="1" noChangeArrowheads="1" noChangeShapeType="1"/>
          </p:cNvCxnSpPr>
          <p:nvPr/>
        </p:nvCxnSpPr>
        <p:spPr>
          <a:xfrm>
            <a:off x="-3" y="657106"/>
            <a:ext cx="12192003" cy="0"/>
          </a:xfrm>
          <a:prstGeom prst="line">
            <a:avLst/>
          </a:prstGeom>
          <a:ln w="53975">
            <a:gradFill>
              <a:gsLst>
                <a:gs pos="50000">
                  <a:srgbClr val="EE3C34"/>
                </a:gs>
                <a:gs pos="100000">
                  <a:srgbClr val="EE3C34"/>
                </a:gs>
                <a:gs pos="0">
                  <a:srgbClr val="EE3C34">
                    <a:alpha val="0"/>
                  </a:srgbClr>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1" name="Right Triangle 20">
            <a:extLst>
              <a:ext uri="{FF2B5EF4-FFF2-40B4-BE49-F238E27FC236}">
                <a16:creationId xmlns:a16="http://schemas.microsoft.com/office/drawing/2014/main" id="{67B10822-BEA4-6404-66FC-0C0062E82916}"/>
              </a:ext>
            </a:extLst>
          </p:cNvPr>
          <p:cNvSpPr>
            <a:spLocks noGrp="1" noRot="1" noMove="1" noResize="1" noEditPoints="1" noAdjustHandles="1" noChangeArrowheads="1" noChangeShapeType="1"/>
          </p:cNvSpPr>
          <p:nvPr/>
        </p:nvSpPr>
        <p:spPr>
          <a:xfrm flipH="1">
            <a:off x="0" y="5309760"/>
            <a:ext cx="1591982" cy="1548239"/>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FEDC0CE-4F7E-A7F8-31D2-C39FFE13F5C0}"/>
              </a:ext>
            </a:extLst>
          </p:cNvPr>
          <p:cNvSpPr txBox="1">
            <a:spLocks/>
          </p:cNvSpPr>
          <p:nvPr/>
        </p:nvSpPr>
        <p:spPr>
          <a:xfrm>
            <a:off x="228600" y="50716"/>
            <a:ext cx="2725615" cy="523220"/>
          </a:xfrm>
          <a:prstGeom prst="rect">
            <a:avLst/>
          </a:prstGeom>
          <a:noFill/>
        </p:spPr>
        <p:txBody>
          <a:bodyPr wrap="square" rtlCol="0">
            <a:spAutoFit/>
          </a:bodyPr>
          <a:lstStyle/>
          <a:p>
            <a:r>
              <a:rPr lang="en-US" sz="2800" b="1" dirty="0">
                <a:solidFill>
                  <a:srgbClr val="E7EBEE"/>
                </a:solidFill>
                <a:latin typeface="Corbel" panose="020B0503020204020204" pitchFamily="34" charset="0"/>
                <a:ea typeface="Verdana" panose="020B0604030504040204" pitchFamily="34" charset="0"/>
                <a:cs typeface="Beirut" pitchFamily="2" charset="-78"/>
              </a:rPr>
              <a:t>1. </a:t>
            </a:r>
            <a:r>
              <a:rPr lang="en-US" sz="2800" b="1" dirty="0">
                <a:solidFill>
                  <a:schemeClr val="bg1"/>
                </a:solidFill>
                <a:latin typeface="Corbel" panose="020B0503020204020204" pitchFamily="34" charset="0"/>
                <a:ea typeface="Verdana" panose="020B0604030504040204" pitchFamily="34" charset="0"/>
                <a:cs typeface="Beirut" pitchFamily="2" charset="-78"/>
              </a:rPr>
              <a:t>Overview</a:t>
            </a:r>
          </a:p>
        </p:txBody>
      </p:sp>
      <p:sp>
        <p:nvSpPr>
          <p:cNvPr id="18" name="TextBox 17">
            <a:extLst>
              <a:ext uri="{FF2B5EF4-FFF2-40B4-BE49-F238E27FC236}">
                <a16:creationId xmlns:a16="http://schemas.microsoft.com/office/drawing/2014/main" id="{C30FADA7-7B77-7BAD-87FA-13B40D4BCECE}"/>
              </a:ext>
            </a:extLst>
          </p:cNvPr>
          <p:cNvSpPr txBox="1">
            <a:spLocks/>
          </p:cNvSpPr>
          <p:nvPr/>
        </p:nvSpPr>
        <p:spPr>
          <a:xfrm>
            <a:off x="3231381" y="50716"/>
            <a:ext cx="2233795"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2. </a:t>
            </a:r>
            <a:r>
              <a:rPr lang="en-US" sz="2800" b="1" dirty="0">
                <a:solidFill>
                  <a:srgbClr val="FFC000"/>
                </a:solidFill>
                <a:latin typeface="Corbel" panose="020B0503020204020204" pitchFamily="34" charset="0"/>
                <a:ea typeface="Verdana" panose="020B0604030504040204" pitchFamily="34" charset="0"/>
                <a:cs typeface="Beirut" pitchFamily="2" charset="-78"/>
              </a:rPr>
              <a:t>Economics</a:t>
            </a:r>
            <a:r>
              <a:rPr lang="en-US" sz="2800" b="1" dirty="0">
                <a:solidFill>
                  <a:schemeClr val="bg1"/>
                </a:solidFill>
                <a:latin typeface="Corbel" panose="020B0503020204020204" pitchFamily="34" charset="0"/>
                <a:ea typeface="Verdana" panose="020B0604030504040204" pitchFamily="34" charset="0"/>
                <a:cs typeface="Beirut" pitchFamily="2" charset="-78"/>
              </a:rPr>
              <a:t> </a:t>
            </a:r>
            <a:endParaRPr lang="en-US" sz="2800" b="1" dirty="0">
              <a:solidFill>
                <a:srgbClr val="FFC000"/>
              </a:solidFill>
              <a:latin typeface="Corbel" panose="020B0503020204020204" pitchFamily="34" charset="0"/>
              <a:ea typeface="Verdana" panose="020B0604030504040204" pitchFamily="34" charset="0"/>
              <a:cs typeface="Beirut" pitchFamily="2" charset="-78"/>
            </a:endParaRPr>
          </a:p>
        </p:txBody>
      </p:sp>
      <p:sp>
        <p:nvSpPr>
          <p:cNvPr id="22" name="TextBox 21">
            <a:extLst>
              <a:ext uri="{FF2B5EF4-FFF2-40B4-BE49-F238E27FC236}">
                <a16:creationId xmlns:a16="http://schemas.microsoft.com/office/drawing/2014/main" id="{BEF24510-CF4B-DAE8-1052-EDE8553DF43C}"/>
              </a:ext>
            </a:extLst>
          </p:cNvPr>
          <p:cNvSpPr txBox="1">
            <a:spLocks/>
          </p:cNvSpPr>
          <p:nvPr/>
        </p:nvSpPr>
        <p:spPr>
          <a:xfrm>
            <a:off x="6349628" y="50716"/>
            <a:ext cx="3297580"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3. Tourism</a:t>
            </a:r>
          </a:p>
        </p:txBody>
      </p:sp>
      <p:sp>
        <p:nvSpPr>
          <p:cNvPr id="12" name="TextBox 11">
            <a:extLst>
              <a:ext uri="{FF2B5EF4-FFF2-40B4-BE49-F238E27FC236}">
                <a16:creationId xmlns:a16="http://schemas.microsoft.com/office/drawing/2014/main" id="{26A35677-C8A9-31A4-4ACB-61399722A61F}"/>
              </a:ext>
            </a:extLst>
          </p:cNvPr>
          <p:cNvSpPr txBox="1"/>
          <p:nvPr/>
        </p:nvSpPr>
        <p:spPr>
          <a:xfrm>
            <a:off x="8006195" y="6097879"/>
            <a:ext cx="3474026" cy="738664"/>
          </a:xfrm>
          <a:prstGeom prst="rect">
            <a:avLst/>
          </a:prstGeom>
          <a:noFill/>
        </p:spPr>
        <p:txBody>
          <a:bodyPr wrap="square" rtlCol="0">
            <a:spAutoFit/>
          </a:bodyPr>
          <a:lstStyle/>
          <a:p>
            <a:pPr algn="r"/>
            <a:r>
              <a:rPr lang="en-US" sz="1400" b="1" dirty="0">
                <a:latin typeface="Corbel" panose="020B0503020204020204" pitchFamily="34" charset="0"/>
                <a:ea typeface="Verdana" panose="020B0604030504040204" pitchFamily="34" charset="0"/>
                <a:cs typeface="Beirut" pitchFamily="2" charset="-78"/>
              </a:rPr>
              <a:t>Orlando Timmerman</a:t>
            </a:r>
          </a:p>
          <a:p>
            <a:pPr algn="r"/>
            <a:r>
              <a:rPr lang="en-US" sz="1400" b="1" dirty="0">
                <a:latin typeface="Corbel" panose="020B0503020204020204" pitchFamily="34" charset="0"/>
                <a:ea typeface="Verdana" panose="020B0604030504040204" pitchFamily="34" charset="0"/>
                <a:cs typeface="Beirut" pitchFamily="2" charset="-78"/>
              </a:rPr>
              <a:t>Department of Earth Sciences</a:t>
            </a:r>
          </a:p>
          <a:p>
            <a:pPr algn="r"/>
            <a:r>
              <a:rPr lang="en-US" sz="1400" b="1" dirty="0" err="1">
                <a:latin typeface="Corbel" panose="020B0503020204020204" pitchFamily="34" charset="0"/>
                <a:ea typeface="Verdana" panose="020B0604030504040204" pitchFamily="34" charset="0"/>
                <a:cs typeface="Beirut" pitchFamily="2" charset="-78"/>
              </a:rPr>
              <a:t>Calcifiers</a:t>
            </a:r>
            <a:r>
              <a:rPr lang="en-US" sz="1400" b="1" dirty="0">
                <a:latin typeface="Corbel" panose="020B0503020204020204" pitchFamily="34" charset="0"/>
                <a:ea typeface="Verdana" panose="020B0604030504040204" pitchFamily="34" charset="0"/>
                <a:cs typeface="Beirut" pitchFamily="2" charset="-78"/>
              </a:rPr>
              <a:t> Group Meeting | 30.10.25</a:t>
            </a:r>
          </a:p>
        </p:txBody>
      </p:sp>
      <p:pic>
        <p:nvPicPr>
          <p:cNvPr id="2" name="Picture 16" descr="University of Cambridge Logo PNG Transparent &amp; SVG Vector - Freebie Supply">
            <a:extLst>
              <a:ext uri="{FF2B5EF4-FFF2-40B4-BE49-F238E27FC236}">
                <a16:creationId xmlns:a16="http://schemas.microsoft.com/office/drawing/2014/main" id="{AF09C5BC-FB03-B1CB-7831-152C79E634B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563928" y="6149159"/>
            <a:ext cx="506380" cy="636104"/>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B2539C7E-4BED-C412-3ADD-55F0A6F5AB17}"/>
              </a:ext>
            </a:extLst>
          </p:cNvPr>
          <p:cNvSpPr txBox="1">
            <a:spLocks/>
          </p:cNvSpPr>
          <p:nvPr/>
        </p:nvSpPr>
        <p:spPr>
          <a:xfrm>
            <a:off x="9195583" y="50716"/>
            <a:ext cx="2725614"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4. Proposal</a:t>
            </a:r>
          </a:p>
        </p:txBody>
      </p:sp>
      <p:pic>
        <p:nvPicPr>
          <p:cNvPr id="4" name="Picture 3">
            <a:extLst>
              <a:ext uri="{FF2B5EF4-FFF2-40B4-BE49-F238E27FC236}">
                <a16:creationId xmlns:a16="http://schemas.microsoft.com/office/drawing/2014/main" id="{81AB670C-6984-3516-411A-1BA894AB22E2}"/>
              </a:ext>
            </a:extLst>
          </p:cNvPr>
          <p:cNvPicPr>
            <a:picLocks noChangeAspect="1"/>
          </p:cNvPicPr>
          <p:nvPr/>
        </p:nvPicPr>
        <p:blipFill>
          <a:blip r:embed="rId8"/>
          <a:stretch>
            <a:fillRect/>
          </a:stretch>
        </p:blipFill>
        <p:spPr>
          <a:xfrm>
            <a:off x="1000685" y="6083879"/>
            <a:ext cx="590245" cy="590245"/>
          </a:xfrm>
          <a:prstGeom prst="rect">
            <a:avLst/>
          </a:prstGeom>
        </p:spPr>
      </p:pic>
      <p:pic>
        <p:nvPicPr>
          <p:cNvPr id="19" name="Picture 18" descr="A screenshot of a graph&#10;&#10;AI-generated content may be incorrect.">
            <a:extLst>
              <a:ext uri="{FF2B5EF4-FFF2-40B4-BE49-F238E27FC236}">
                <a16:creationId xmlns:a16="http://schemas.microsoft.com/office/drawing/2014/main" id="{BCF5591B-4400-9C30-ECB3-8E514A861F2D}"/>
              </a:ext>
            </a:extLst>
          </p:cNvPr>
          <p:cNvPicPr>
            <a:picLocks noChangeAspect="1"/>
          </p:cNvPicPr>
          <p:nvPr/>
        </p:nvPicPr>
        <p:blipFill>
          <a:blip r:embed="rId9"/>
          <a:stretch>
            <a:fillRect/>
          </a:stretch>
        </p:blipFill>
        <p:spPr>
          <a:xfrm>
            <a:off x="1747146" y="1521058"/>
            <a:ext cx="4446879" cy="4576821"/>
          </a:xfrm>
          <a:prstGeom prst="rect">
            <a:avLst/>
          </a:prstGeom>
        </p:spPr>
      </p:pic>
      <p:sp>
        <p:nvSpPr>
          <p:cNvPr id="20" name="TextBox 19">
            <a:extLst>
              <a:ext uri="{FF2B5EF4-FFF2-40B4-BE49-F238E27FC236}">
                <a16:creationId xmlns:a16="http://schemas.microsoft.com/office/drawing/2014/main" id="{10E99C5D-4383-0DD6-882D-C406254938CE}"/>
              </a:ext>
            </a:extLst>
          </p:cNvPr>
          <p:cNvSpPr txBox="1"/>
          <p:nvPr/>
        </p:nvSpPr>
        <p:spPr>
          <a:xfrm>
            <a:off x="6602380" y="1507058"/>
            <a:ext cx="5467928" cy="5293757"/>
          </a:xfrm>
          <a:prstGeom prst="rect">
            <a:avLst/>
          </a:prstGeom>
          <a:noFill/>
        </p:spPr>
        <p:txBody>
          <a:bodyPr wrap="square" lIns="0" tIns="0" rIns="0" bIns="0" rtlCol="0">
            <a:spAutoFit/>
          </a:bodyPr>
          <a:lstStyle/>
          <a:p>
            <a:r>
              <a:rPr lang="en-GB" sz="2400" b="1" dirty="0">
                <a:latin typeface="Corbel" panose="020B0503020204020204" pitchFamily="34" charset="0"/>
              </a:rPr>
              <a:t>Tourism</a:t>
            </a:r>
          </a:p>
          <a:p>
            <a:r>
              <a:rPr lang="en-GB" sz="2000" dirty="0">
                <a:latin typeface="Corbel" panose="020B0503020204020204" pitchFamily="34" charset="0"/>
              </a:rPr>
              <a:t>~ 70 million annual tourist trips</a:t>
            </a:r>
          </a:p>
          <a:p>
            <a:r>
              <a:rPr lang="en-GB" sz="2000" dirty="0">
                <a:latin typeface="Corbel" panose="020B0503020204020204" pitchFamily="34" charset="0"/>
              </a:rPr>
              <a:t>~ $36 billion annual expenditure</a:t>
            </a:r>
            <a:endParaRPr lang="en-GB" sz="2400" b="1" dirty="0">
              <a:latin typeface="Corbel" panose="020B0503020204020204" pitchFamily="34" charset="0"/>
            </a:endParaRPr>
          </a:p>
          <a:p>
            <a:endParaRPr lang="en-GB" sz="2400" b="1" dirty="0">
              <a:solidFill>
                <a:schemeClr val="tx1">
                  <a:lumMod val="50000"/>
                  <a:lumOff val="50000"/>
                </a:schemeClr>
              </a:solidFill>
              <a:latin typeface="Corbel" panose="020B0503020204020204" pitchFamily="34" charset="0"/>
            </a:endParaRPr>
          </a:p>
          <a:p>
            <a:r>
              <a:rPr lang="en-GB" sz="2400" b="1" dirty="0">
                <a:solidFill>
                  <a:schemeClr val="tx1">
                    <a:lumMod val="50000"/>
                    <a:lumOff val="50000"/>
                  </a:schemeClr>
                </a:solidFill>
                <a:latin typeface="Corbel" panose="020B0503020204020204" pitchFamily="34" charset="0"/>
              </a:rPr>
              <a:t>Fisheries</a:t>
            </a:r>
          </a:p>
          <a:p>
            <a:r>
              <a:rPr lang="en-GB" sz="2000" dirty="0">
                <a:solidFill>
                  <a:schemeClr val="tx1">
                    <a:lumMod val="50000"/>
                    <a:lumOff val="50000"/>
                  </a:schemeClr>
                </a:solidFill>
                <a:latin typeface="Corbel" panose="020B0503020204020204" pitchFamily="34" charset="0"/>
              </a:rPr>
              <a:t>Important protein source for millions</a:t>
            </a:r>
          </a:p>
          <a:p>
            <a:r>
              <a:rPr lang="en-GB" sz="2000" dirty="0">
                <a:solidFill>
                  <a:schemeClr val="tx1">
                    <a:lumMod val="50000"/>
                    <a:lumOff val="50000"/>
                  </a:schemeClr>
                </a:solidFill>
                <a:latin typeface="Corbel" panose="020B0503020204020204" pitchFamily="34" charset="0"/>
              </a:rPr>
              <a:t>Support ~6 million reef fishers (inc. many artisanal)</a:t>
            </a:r>
          </a:p>
          <a:p>
            <a:r>
              <a:rPr lang="en-GB" sz="2000" dirty="0">
                <a:solidFill>
                  <a:schemeClr val="tx1">
                    <a:lumMod val="50000"/>
                    <a:lumOff val="50000"/>
                  </a:schemeClr>
                </a:solidFill>
                <a:latin typeface="Corbel" panose="020B0503020204020204" pitchFamily="34" charset="0"/>
              </a:rPr>
              <a:t>~ $6.8 billion in 2011</a:t>
            </a:r>
          </a:p>
          <a:p>
            <a:r>
              <a:rPr lang="en-GB" sz="2000" dirty="0">
                <a:solidFill>
                  <a:schemeClr val="tx1">
                    <a:lumMod val="50000"/>
                    <a:lumOff val="50000"/>
                  </a:schemeClr>
                </a:solidFill>
                <a:latin typeface="Corbel" panose="020B0503020204020204" pitchFamily="34" charset="0"/>
              </a:rPr>
              <a:t>Women represent ~50% workforce in sector</a:t>
            </a:r>
            <a:endParaRPr lang="en-GB" sz="2400" b="1" dirty="0">
              <a:solidFill>
                <a:schemeClr val="tx1">
                  <a:lumMod val="50000"/>
                  <a:lumOff val="50000"/>
                </a:schemeClr>
              </a:solidFill>
              <a:latin typeface="Corbel" panose="020B0503020204020204" pitchFamily="34" charset="0"/>
            </a:endParaRPr>
          </a:p>
          <a:p>
            <a:endParaRPr lang="en-GB" sz="2400" b="1" dirty="0">
              <a:solidFill>
                <a:schemeClr val="tx1">
                  <a:lumMod val="50000"/>
                  <a:lumOff val="50000"/>
                </a:schemeClr>
              </a:solidFill>
              <a:latin typeface="Corbel" panose="020B0503020204020204" pitchFamily="34" charset="0"/>
            </a:endParaRPr>
          </a:p>
          <a:p>
            <a:r>
              <a:rPr lang="en-GB" sz="2400" b="1" dirty="0">
                <a:solidFill>
                  <a:schemeClr val="tx1">
                    <a:lumMod val="50000"/>
                    <a:lumOff val="50000"/>
                  </a:schemeClr>
                </a:solidFill>
                <a:latin typeface="Corbel" panose="020B0503020204020204" pitchFamily="34" charset="0"/>
              </a:rPr>
              <a:t>Shoreline protection</a:t>
            </a:r>
          </a:p>
          <a:p>
            <a:r>
              <a:rPr lang="en-GB" sz="2000" dirty="0">
                <a:solidFill>
                  <a:schemeClr val="tx1">
                    <a:lumMod val="50000"/>
                    <a:lumOff val="50000"/>
                  </a:schemeClr>
                </a:solidFill>
                <a:latin typeface="Corbel" panose="020B0503020204020204" pitchFamily="34" charset="0"/>
              </a:rPr>
              <a:t>Protect ~150,000 km of shoreline</a:t>
            </a:r>
          </a:p>
          <a:p>
            <a:r>
              <a:rPr lang="en-GB" sz="2000" dirty="0">
                <a:solidFill>
                  <a:schemeClr val="tx1">
                    <a:lumMod val="50000"/>
                    <a:lumOff val="50000"/>
                  </a:schemeClr>
                </a:solidFill>
                <a:latin typeface="Corbel" panose="020B0503020204020204" pitchFamily="34" charset="0"/>
              </a:rPr>
              <a:t>Reduce expected storm damage by &gt; $4 billion annually</a:t>
            </a:r>
          </a:p>
          <a:p>
            <a:endParaRPr lang="en-GB" sz="2400" b="1" dirty="0">
              <a:solidFill>
                <a:schemeClr val="tx1">
                  <a:lumMod val="50000"/>
                  <a:lumOff val="50000"/>
                </a:schemeClr>
              </a:solidFill>
              <a:latin typeface="Corbel" panose="020B0503020204020204" pitchFamily="34" charset="0"/>
            </a:endParaRPr>
          </a:p>
          <a:p>
            <a:endParaRPr lang="en-GB" sz="2000" dirty="0">
              <a:solidFill>
                <a:schemeClr val="tx1">
                  <a:lumMod val="50000"/>
                  <a:lumOff val="50000"/>
                </a:schemeClr>
              </a:solidFill>
              <a:latin typeface="Corbel" panose="020B0503020204020204" pitchFamily="34" charset="0"/>
            </a:endParaRPr>
          </a:p>
        </p:txBody>
      </p:sp>
      <p:pic>
        <p:nvPicPr>
          <p:cNvPr id="1026" name="Picture 2">
            <a:extLst>
              <a:ext uri="{FF2B5EF4-FFF2-40B4-BE49-F238E27FC236}">
                <a16:creationId xmlns:a16="http://schemas.microsoft.com/office/drawing/2014/main" id="{A304B15E-7CD1-A67B-86D3-B0380303F8B8}"/>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45120" t="40" r="-5"/>
          <a:stretch>
            <a:fillRect/>
          </a:stretch>
        </p:blipFill>
        <p:spPr bwMode="auto">
          <a:xfrm>
            <a:off x="1747145" y="1581338"/>
            <a:ext cx="4349897" cy="445625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8CDD4F82-5A4C-092A-9378-47330C091A7E}"/>
              </a:ext>
            </a:extLst>
          </p:cNvPr>
          <p:cNvSpPr/>
          <p:nvPr/>
        </p:nvSpPr>
        <p:spPr>
          <a:xfrm>
            <a:off x="1747144" y="5773049"/>
            <a:ext cx="4348856" cy="264548"/>
          </a:xfrm>
          <a:prstGeom prst="rect">
            <a:avLst/>
          </a:prstGeom>
          <a:solidFill>
            <a:schemeClr val="tx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latin typeface="Corbel" panose="020B0503020204020204" pitchFamily="34" charset="0"/>
                <a:hlinkClick r:id="rId11">
                  <a:extLst>
                    <a:ext uri="{A12FA001-AC4F-418D-AE19-62706E023703}">
                      <ahyp:hlinkClr xmlns:ahyp="http://schemas.microsoft.com/office/drawing/2018/hyperlinkcolor" val="tx"/>
                    </a:ext>
                  </a:extLst>
                </a:hlinkClick>
              </a:rPr>
              <a:t>Al-Monitor</a:t>
            </a:r>
            <a:endParaRPr lang="en-US" sz="1200" dirty="0">
              <a:solidFill>
                <a:schemeClr val="bg1"/>
              </a:solidFill>
              <a:latin typeface="Corbel" panose="020B0503020204020204" pitchFamily="34" charset="0"/>
            </a:endParaRPr>
          </a:p>
        </p:txBody>
      </p:sp>
    </p:spTree>
    <p:extLst>
      <p:ext uri="{BB962C8B-B14F-4D97-AF65-F5344CB8AC3E}">
        <p14:creationId xmlns:p14="http://schemas.microsoft.com/office/powerpoint/2010/main" val="34393704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E1D20-A8AA-ED58-5775-CCF2AB8F8077}"/>
            </a:ext>
          </a:extLst>
        </p:cNvPr>
        <p:cNvGrpSpPr/>
        <p:nvPr/>
      </p:nvGrpSpPr>
      <p:grpSpPr>
        <a:xfrm>
          <a:off x="0" y="0"/>
          <a:ext cx="0" cy="0"/>
          <a:chOff x="0" y="0"/>
          <a:chExt cx="0" cy="0"/>
        </a:xfrm>
      </p:grpSpPr>
      <p:pic>
        <p:nvPicPr>
          <p:cNvPr id="8" name="Picture 7" descr="Scuba divers under water&#10;&#10;AI-generated content may be incorrect.">
            <a:extLst>
              <a:ext uri="{FF2B5EF4-FFF2-40B4-BE49-F238E27FC236}">
                <a16:creationId xmlns:a16="http://schemas.microsoft.com/office/drawing/2014/main" id="{57F8F19C-7355-8A25-5D85-A457A99A4B41}"/>
              </a:ext>
            </a:extLst>
          </p:cNvPr>
          <p:cNvPicPr>
            <a:picLocks noGrp="1" noRot="1" noChangeAspect="1" noMove="1" noResize="1" noEditPoints="1" noAdjustHandles="1" noChangeArrowheads="1" noChangeShapeType="1" noCrop="1"/>
          </p:cNvPicPr>
          <p:nvPr/>
        </p:nvPicPr>
        <p:blipFill>
          <a:blip r:embed="rId3" cstate="screen">
            <a:extLst>
              <a:ext uri="{BEBA8EAE-BF5A-486C-A8C5-ECC9F3942E4B}">
                <a14:imgProps xmlns:a14="http://schemas.microsoft.com/office/drawing/2010/main">
                  <a14:imgLayer r:embed="rId4">
                    <a14:imgEffect>
                      <a14:brightnessContrast bright="-60000"/>
                    </a14:imgEffect>
                  </a14:imgLayer>
                </a14:imgProps>
              </a:ext>
              <a:ext uri="{28A0092B-C50C-407E-A947-70E740481C1C}">
                <a14:useLocalDpi xmlns:a14="http://schemas.microsoft.com/office/drawing/2010/main"/>
              </a:ext>
            </a:extLst>
          </a:blip>
          <a:srcRect/>
          <a:stretch/>
        </p:blipFill>
        <p:spPr>
          <a:xfrm>
            <a:off x="1" y="-3750"/>
            <a:ext cx="1591982" cy="6858000"/>
          </a:xfrm>
          <a:prstGeom prst="rect">
            <a:avLst/>
          </a:prstGeom>
        </p:spPr>
      </p:pic>
      <p:pic>
        <p:nvPicPr>
          <p:cNvPr id="10" name="Picture 9" descr="Scuba divers under water&#10;&#10;AI-generated content may be incorrect.">
            <a:extLst>
              <a:ext uri="{FF2B5EF4-FFF2-40B4-BE49-F238E27FC236}">
                <a16:creationId xmlns:a16="http://schemas.microsoft.com/office/drawing/2014/main" id="{56B74932-426B-A78A-7D81-5F45D0F4C51E}"/>
              </a:ext>
            </a:extLst>
          </p:cNvPr>
          <p:cNvPicPr>
            <a:picLocks noGrp="1" noRot="1" noChangeAspect="1" noMove="1" noResize="1" noEditPoints="1" noAdjustHandles="1" noChangeArrowheads="1" noChangeShapeType="1" noCrop="1"/>
          </p:cNvPicPr>
          <p:nvPr/>
        </p:nvPicPr>
        <p:blipFill>
          <a:blip r:embed="rId5" cstate="screen">
            <a:extLst>
              <a:ext uri="{BEBA8EAE-BF5A-486C-A8C5-ECC9F3942E4B}">
                <a14:imgProps xmlns:a14="http://schemas.microsoft.com/office/drawing/2010/main">
                  <a14:imgLayer r:embed="rId6">
                    <a14:imgEffect>
                      <a14:brightnessContrast bright="-60000"/>
                    </a14:imgEffect>
                  </a14:imgLayer>
                </a14:imgProps>
              </a:ext>
              <a:ext uri="{28A0092B-C50C-407E-A947-70E740481C1C}">
                <a14:useLocalDpi xmlns:a14="http://schemas.microsoft.com/office/drawing/2010/main"/>
              </a:ext>
            </a:extLst>
          </a:blip>
          <a:srcRect/>
          <a:stretch/>
        </p:blipFill>
        <p:spPr>
          <a:xfrm>
            <a:off x="-15" y="0"/>
            <a:ext cx="12192011" cy="671089"/>
          </a:xfrm>
          <a:prstGeom prst="rect">
            <a:avLst/>
          </a:prstGeom>
        </p:spPr>
      </p:pic>
      <p:cxnSp>
        <p:nvCxnSpPr>
          <p:cNvPr id="32" name="Straight Connector 31">
            <a:extLst>
              <a:ext uri="{FF2B5EF4-FFF2-40B4-BE49-F238E27FC236}">
                <a16:creationId xmlns:a16="http://schemas.microsoft.com/office/drawing/2014/main" id="{478DEEF0-5505-5D00-7DF6-3F577A6A635F}"/>
              </a:ext>
            </a:extLst>
          </p:cNvPr>
          <p:cNvCxnSpPr>
            <a:cxnSpLocks noGrp="1" noRot="1" noMove="1" noResize="1" noEditPoints="1" noAdjustHandles="1" noChangeArrowheads="1" noChangeShapeType="1"/>
          </p:cNvCxnSpPr>
          <p:nvPr/>
        </p:nvCxnSpPr>
        <p:spPr>
          <a:xfrm>
            <a:off x="-3" y="657106"/>
            <a:ext cx="12192003" cy="0"/>
          </a:xfrm>
          <a:prstGeom prst="line">
            <a:avLst/>
          </a:prstGeom>
          <a:ln w="53975">
            <a:gradFill>
              <a:gsLst>
                <a:gs pos="50000">
                  <a:srgbClr val="EE3C34"/>
                </a:gs>
                <a:gs pos="100000">
                  <a:srgbClr val="EE3C34"/>
                </a:gs>
                <a:gs pos="0">
                  <a:srgbClr val="EE3C34">
                    <a:alpha val="0"/>
                  </a:srgbClr>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1" name="Right Triangle 20">
            <a:extLst>
              <a:ext uri="{FF2B5EF4-FFF2-40B4-BE49-F238E27FC236}">
                <a16:creationId xmlns:a16="http://schemas.microsoft.com/office/drawing/2014/main" id="{415D4A29-DC92-2131-A590-6CAA545C2CB7}"/>
              </a:ext>
            </a:extLst>
          </p:cNvPr>
          <p:cNvSpPr>
            <a:spLocks noGrp="1" noRot="1" noMove="1" noResize="1" noEditPoints="1" noAdjustHandles="1" noChangeArrowheads="1" noChangeShapeType="1"/>
          </p:cNvSpPr>
          <p:nvPr/>
        </p:nvSpPr>
        <p:spPr>
          <a:xfrm flipH="1">
            <a:off x="0" y="5309760"/>
            <a:ext cx="1591982" cy="1548239"/>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BE9D691-9E51-53DC-CD6A-B5DF1F738A70}"/>
              </a:ext>
            </a:extLst>
          </p:cNvPr>
          <p:cNvSpPr txBox="1">
            <a:spLocks/>
          </p:cNvSpPr>
          <p:nvPr/>
        </p:nvSpPr>
        <p:spPr>
          <a:xfrm>
            <a:off x="228600" y="50716"/>
            <a:ext cx="2725615" cy="523220"/>
          </a:xfrm>
          <a:prstGeom prst="rect">
            <a:avLst/>
          </a:prstGeom>
          <a:noFill/>
        </p:spPr>
        <p:txBody>
          <a:bodyPr wrap="square" rtlCol="0">
            <a:spAutoFit/>
          </a:bodyPr>
          <a:lstStyle/>
          <a:p>
            <a:r>
              <a:rPr lang="en-US" sz="2800" b="1" dirty="0">
                <a:solidFill>
                  <a:srgbClr val="E7EBEE"/>
                </a:solidFill>
                <a:latin typeface="Corbel" panose="020B0503020204020204" pitchFamily="34" charset="0"/>
                <a:ea typeface="Verdana" panose="020B0604030504040204" pitchFamily="34" charset="0"/>
                <a:cs typeface="Beirut" pitchFamily="2" charset="-78"/>
              </a:rPr>
              <a:t>1. </a:t>
            </a:r>
            <a:r>
              <a:rPr lang="en-US" sz="2800" b="1" dirty="0">
                <a:solidFill>
                  <a:schemeClr val="bg1"/>
                </a:solidFill>
                <a:latin typeface="Corbel" panose="020B0503020204020204" pitchFamily="34" charset="0"/>
                <a:ea typeface="Verdana" panose="020B0604030504040204" pitchFamily="34" charset="0"/>
                <a:cs typeface="Beirut" pitchFamily="2" charset="-78"/>
              </a:rPr>
              <a:t>Overview</a:t>
            </a:r>
          </a:p>
        </p:txBody>
      </p:sp>
      <p:sp>
        <p:nvSpPr>
          <p:cNvPr id="18" name="TextBox 17">
            <a:extLst>
              <a:ext uri="{FF2B5EF4-FFF2-40B4-BE49-F238E27FC236}">
                <a16:creationId xmlns:a16="http://schemas.microsoft.com/office/drawing/2014/main" id="{88A26D98-DB78-D33A-B960-0A94AC0BB584}"/>
              </a:ext>
            </a:extLst>
          </p:cNvPr>
          <p:cNvSpPr txBox="1">
            <a:spLocks/>
          </p:cNvSpPr>
          <p:nvPr/>
        </p:nvSpPr>
        <p:spPr>
          <a:xfrm>
            <a:off x="3231381" y="50716"/>
            <a:ext cx="2233795"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2. </a:t>
            </a:r>
            <a:r>
              <a:rPr lang="en-US" sz="2800" b="1" dirty="0">
                <a:solidFill>
                  <a:srgbClr val="FFC000"/>
                </a:solidFill>
                <a:latin typeface="Corbel" panose="020B0503020204020204" pitchFamily="34" charset="0"/>
                <a:ea typeface="Verdana" panose="020B0604030504040204" pitchFamily="34" charset="0"/>
                <a:cs typeface="Beirut" pitchFamily="2" charset="-78"/>
              </a:rPr>
              <a:t>Economics</a:t>
            </a:r>
            <a:r>
              <a:rPr lang="en-US" sz="2800" b="1" dirty="0">
                <a:solidFill>
                  <a:schemeClr val="bg1"/>
                </a:solidFill>
                <a:latin typeface="Corbel" panose="020B0503020204020204" pitchFamily="34" charset="0"/>
                <a:ea typeface="Verdana" panose="020B0604030504040204" pitchFamily="34" charset="0"/>
                <a:cs typeface="Beirut" pitchFamily="2" charset="-78"/>
              </a:rPr>
              <a:t> </a:t>
            </a:r>
            <a:endParaRPr lang="en-US" sz="2800" b="1" dirty="0">
              <a:solidFill>
                <a:srgbClr val="FFC000"/>
              </a:solidFill>
              <a:latin typeface="Corbel" panose="020B0503020204020204" pitchFamily="34" charset="0"/>
              <a:ea typeface="Verdana" panose="020B0604030504040204" pitchFamily="34" charset="0"/>
              <a:cs typeface="Beirut" pitchFamily="2" charset="-78"/>
            </a:endParaRPr>
          </a:p>
        </p:txBody>
      </p:sp>
      <p:sp>
        <p:nvSpPr>
          <p:cNvPr id="22" name="TextBox 21">
            <a:extLst>
              <a:ext uri="{FF2B5EF4-FFF2-40B4-BE49-F238E27FC236}">
                <a16:creationId xmlns:a16="http://schemas.microsoft.com/office/drawing/2014/main" id="{D1E9B270-582E-7442-50F8-94F835B98DDA}"/>
              </a:ext>
            </a:extLst>
          </p:cNvPr>
          <p:cNvSpPr txBox="1">
            <a:spLocks/>
          </p:cNvSpPr>
          <p:nvPr/>
        </p:nvSpPr>
        <p:spPr>
          <a:xfrm>
            <a:off x="6349628" y="50716"/>
            <a:ext cx="3297580"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3. Tourism</a:t>
            </a:r>
          </a:p>
        </p:txBody>
      </p:sp>
      <p:sp>
        <p:nvSpPr>
          <p:cNvPr id="12" name="TextBox 11">
            <a:extLst>
              <a:ext uri="{FF2B5EF4-FFF2-40B4-BE49-F238E27FC236}">
                <a16:creationId xmlns:a16="http://schemas.microsoft.com/office/drawing/2014/main" id="{30C353B0-5EA2-43C1-9FF4-95039A311C57}"/>
              </a:ext>
            </a:extLst>
          </p:cNvPr>
          <p:cNvSpPr txBox="1"/>
          <p:nvPr/>
        </p:nvSpPr>
        <p:spPr>
          <a:xfrm>
            <a:off x="8006195" y="6097879"/>
            <a:ext cx="3474026" cy="738664"/>
          </a:xfrm>
          <a:prstGeom prst="rect">
            <a:avLst/>
          </a:prstGeom>
          <a:noFill/>
        </p:spPr>
        <p:txBody>
          <a:bodyPr wrap="square" rtlCol="0">
            <a:spAutoFit/>
          </a:bodyPr>
          <a:lstStyle/>
          <a:p>
            <a:pPr algn="r"/>
            <a:r>
              <a:rPr lang="en-US" sz="1400" b="1" dirty="0">
                <a:latin typeface="Corbel" panose="020B0503020204020204" pitchFamily="34" charset="0"/>
                <a:ea typeface="Verdana" panose="020B0604030504040204" pitchFamily="34" charset="0"/>
                <a:cs typeface="Beirut" pitchFamily="2" charset="-78"/>
              </a:rPr>
              <a:t>Orlando Timmerman</a:t>
            </a:r>
          </a:p>
          <a:p>
            <a:pPr algn="r"/>
            <a:r>
              <a:rPr lang="en-US" sz="1400" b="1" dirty="0">
                <a:latin typeface="Corbel" panose="020B0503020204020204" pitchFamily="34" charset="0"/>
                <a:ea typeface="Verdana" panose="020B0604030504040204" pitchFamily="34" charset="0"/>
                <a:cs typeface="Beirut" pitchFamily="2" charset="-78"/>
              </a:rPr>
              <a:t>Department of Earth Sciences</a:t>
            </a:r>
          </a:p>
          <a:p>
            <a:pPr algn="r"/>
            <a:r>
              <a:rPr lang="en-US" sz="1400" b="1" dirty="0" err="1">
                <a:latin typeface="Corbel" panose="020B0503020204020204" pitchFamily="34" charset="0"/>
                <a:ea typeface="Verdana" panose="020B0604030504040204" pitchFamily="34" charset="0"/>
                <a:cs typeface="Beirut" pitchFamily="2" charset="-78"/>
              </a:rPr>
              <a:t>Calcifiers</a:t>
            </a:r>
            <a:r>
              <a:rPr lang="en-US" sz="1400" b="1" dirty="0">
                <a:latin typeface="Corbel" panose="020B0503020204020204" pitchFamily="34" charset="0"/>
                <a:ea typeface="Verdana" panose="020B0604030504040204" pitchFamily="34" charset="0"/>
                <a:cs typeface="Beirut" pitchFamily="2" charset="-78"/>
              </a:rPr>
              <a:t> Group Meeting | 30.10.25</a:t>
            </a:r>
          </a:p>
        </p:txBody>
      </p:sp>
      <p:pic>
        <p:nvPicPr>
          <p:cNvPr id="2" name="Picture 16" descr="University of Cambridge Logo PNG Transparent &amp; SVG Vector - Freebie Supply">
            <a:extLst>
              <a:ext uri="{FF2B5EF4-FFF2-40B4-BE49-F238E27FC236}">
                <a16:creationId xmlns:a16="http://schemas.microsoft.com/office/drawing/2014/main" id="{1D46EEF7-8D45-8C1D-5BE0-7EC4A3A1E18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563928" y="6149159"/>
            <a:ext cx="506380" cy="636104"/>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E83FF2CD-A860-D762-B49F-639AA4D333E5}"/>
              </a:ext>
            </a:extLst>
          </p:cNvPr>
          <p:cNvSpPr txBox="1">
            <a:spLocks/>
          </p:cNvSpPr>
          <p:nvPr/>
        </p:nvSpPr>
        <p:spPr>
          <a:xfrm>
            <a:off x="9195583" y="50716"/>
            <a:ext cx="2725614"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4. Proposal</a:t>
            </a:r>
          </a:p>
        </p:txBody>
      </p:sp>
      <p:pic>
        <p:nvPicPr>
          <p:cNvPr id="4" name="Picture 3">
            <a:extLst>
              <a:ext uri="{FF2B5EF4-FFF2-40B4-BE49-F238E27FC236}">
                <a16:creationId xmlns:a16="http://schemas.microsoft.com/office/drawing/2014/main" id="{4026A07F-A8D9-00D5-5093-D475BA4CFBD0}"/>
              </a:ext>
            </a:extLst>
          </p:cNvPr>
          <p:cNvPicPr>
            <a:picLocks noChangeAspect="1"/>
          </p:cNvPicPr>
          <p:nvPr/>
        </p:nvPicPr>
        <p:blipFill>
          <a:blip r:embed="rId8"/>
          <a:stretch>
            <a:fillRect/>
          </a:stretch>
        </p:blipFill>
        <p:spPr>
          <a:xfrm>
            <a:off x="1000685" y="6083879"/>
            <a:ext cx="590245" cy="590245"/>
          </a:xfrm>
          <a:prstGeom prst="rect">
            <a:avLst/>
          </a:prstGeom>
        </p:spPr>
      </p:pic>
      <p:pic>
        <p:nvPicPr>
          <p:cNvPr id="19" name="Picture 18" descr="A screenshot of a graph&#10;&#10;AI-generated content may be incorrect.">
            <a:extLst>
              <a:ext uri="{FF2B5EF4-FFF2-40B4-BE49-F238E27FC236}">
                <a16:creationId xmlns:a16="http://schemas.microsoft.com/office/drawing/2014/main" id="{4C07EA7B-910F-6B23-77F8-D95B05EFAD04}"/>
              </a:ext>
            </a:extLst>
          </p:cNvPr>
          <p:cNvPicPr>
            <a:picLocks noChangeAspect="1"/>
          </p:cNvPicPr>
          <p:nvPr/>
        </p:nvPicPr>
        <p:blipFill>
          <a:blip r:embed="rId9"/>
          <a:stretch>
            <a:fillRect/>
          </a:stretch>
        </p:blipFill>
        <p:spPr>
          <a:xfrm>
            <a:off x="1747146" y="1521058"/>
            <a:ext cx="4446879" cy="4576821"/>
          </a:xfrm>
          <a:prstGeom prst="rect">
            <a:avLst/>
          </a:prstGeom>
        </p:spPr>
      </p:pic>
      <p:sp>
        <p:nvSpPr>
          <p:cNvPr id="20" name="TextBox 19">
            <a:extLst>
              <a:ext uri="{FF2B5EF4-FFF2-40B4-BE49-F238E27FC236}">
                <a16:creationId xmlns:a16="http://schemas.microsoft.com/office/drawing/2014/main" id="{065FEFFB-AED8-53E7-86B7-94614C9268DC}"/>
              </a:ext>
            </a:extLst>
          </p:cNvPr>
          <p:cNvSpPr txBox="1"/>
          <p:nvPr/>
        </p:nvSpPr>
        <p:spPr>
          <a:xfrm>
            <a:off x="6602380" y="1507058"/>
            <a:ext cx="5467928" cy="5293757"/>
          </a:xfrm>
          <a:prstGeom prst="rect">
            <a:avLst/>
          </a:prstGeom>
          <a:noFill/>
        </p:spPr>
        <p:txBody>
          <a:bodyPr wrap="square" lIns="0" tIns="0" rIns="0" bIns="0" rtlCol="0">
            <a:spAutoFit/>
          </a:bodyPr>
          <a:lstStyle/>
          <a:p>
            <a:r>
              <a:rPr lang="en-GB" sz="2400" b="1" dirty="0">
                <a:solidFill>
                  <a:schemeClr val="tx1">
                    <a:lumMod val="50000"/>
                    <a:lumOff val="50000"/>
                  </a:schemeClr>
                </a:solidFill>
                <a:latin typeface="Corbel" panose="020B0503020204020204" pitchFamily="34" charset="0"/>
              </a:rPr>
              <a:t>Tourism</a:t>
            </a:r>
          </a:p>
          <a:p>
            <a:r>
              <a:rPr lang="en-GB" sz="2000" dirty="0">
                <a:solidFill>
                  <a:schemeClr val="tx1">
                    <a:lumMod val="50000"/>
                    <a:lumOff val="50000"/>
                  </a:schemeClr>
                </a:solidFill>
                <a:latin typeface="Corbel" panose="020B0503020204020204" pitchFamily="34" charset="0"/>
              </a:rPr>
              <a:t>~ 70 million annual tourist trips</a:t>
            </a:r>
          </a:p>
          <a:p>
            <a:r>
              <a:rPr lang="en-GB" sz="2000" dirty="0">
                <a:solidFill>
                  <a:schemeClr val="tx1">
                    <a:lumMod val="50000"/>
                    <a:lumOff val="50000"/>
                  </a:schemeClr>
                </a:solidFill>
                <a:latin typeface="Corbel" panose="020B0503020204020204" pitchFamily="34" charset="0"/>
              </a:rPr>
              <a:t>~ $36 billion annual expenditure</a:t>
            </a:r>
            <a:endParaRPr lang="en-GB" sz="2400" b="1" dirty="0">
              <a:solidFill>
                <a:schemeClr val="tx1">
                  <a:lumMod val="50000"/>
                  <a:lumOff val="50000"/>
                </a:schemeClr>
              </a:solidFill>
              <a:latin typeface="Corbel" panose="020B0503020204020204" pitchFamily="34" charset="0"/>
            </a:endParaRPr>
          </a:p>
          <a:p>
            <a:endParaRPr lang="en-GB" sz="2400" b="1" dirty="0">
              <a:solidFill>
                <a:schemeClr val="tx1">
                  <a:lumMod val="50000"/>
                  <a:lumOff val="50000"/>
                </a:schemeClr>
              </a:solidFill>
              <a:latin typeface="Corbel" panose="020B0503020204020204" pitchFamily="34" charset="0"/>
            </a:endParaRPr>
          </a:p>
          <a:p>
            <a:r>
              <a:rPr lang="en-GB" sz="2400" b="1" dirty="0">
                <a:latin typeface="Corbel" panose="020B0503020204020204" pitchFamily="34" charset="0"/>
              </a:rPr>
              <a:t>Fisheries</a:t>
            </a:r>
          </a:p>
          <a:p>
            <a:r>
              <a:rPr lang="en-GB" sz="2000" dirty="0">
                <a:latin typeface="Corbel" panose="020B0503020204020204" pitchFamily="34" charset="0"/>
              </a:rPr>
              <a:t>Important protein source for millions</a:t>
            </a:r>
          </a:p>
          <a:p>
            <a:r>
              <a:rPr lang="en-GB" sz="2000" dirty="0">
                <a:latin typeface="Corbel" panose="020B0503020204020204" pitchFamily="34" charset="0"/>
              </a:rPr>
              <a:t>Support ~6 million reef fishers (inc. many artisanal)</a:t>
            </a:r>
          </a:p>
          <a:p>
            <a:r>
              <a:rPr lang="en-GB" sz="2000" dirty="0">
                <a:latin typeface="Corbel" panose="020B0503020204020204" pitchFamily="34" charset="0"/>
              </a:rPr>
              <a:t>~ $6.8 billion in 2011</a:t>
            </a:r>
          </a:p>
          <a:p>
            <a:r>
              <a:rPr lang="en-GB" sz="2000" dirty="0">
                <a:latin typeface="Corbel" panose="020B0503020204020204" pitchFamily="34" charset="0"/>
              </a:rPr>
              <a:t>Women represent ~50% workforce in sector</a:t>
            </a:r>
            <a:endParaRPr lang="en-GB" sz="2400" b="1" dirty="0">
              <a:latin typeface="Corbel" panose="020B0503020204020204" pitchFamily="34" charset="0"/>
            </a:endParaRPr>
          </a:p>
          <a:p>
            <a:endParaRPr lang="en-GB" sz="2400" b="1" dirty="0">
              <a:solidFill>
                <a:schemeClr val="tx1">
                  <a:lumMod val="50000"/>
                  <a:lumOff val="50000"/>
                </a:schemeClr>
              </a:solidFill>
              <a:latin typeface="Corbel" panose="020B0503020204020204" pitchFamily="34" charset="0"/>
            </a:endParaRPr>
          </a:p>
          <a:p>
            <a:r>
              <a:rPr lang="en-GB" sz="2400" b="1" dirty="0">
                <a:solidFill>
                  <a:schemeClr val="tx1">
                    <a:lumMod val="50000"/>
                    <a:lumOff val="50000"/>
                  </a:schemeClr>
                </a:solidFill>
                <a:latin typeface="Corbel" panose="020B0503020204020204" pitchFamily="34" charset="0"/>
              </a:rPr>
              <a:t>Shoreline protection</a:t>
            </a:r>
          </a:p>
          <a:p>
            <a:r>
              <a:rPr lang="en-GB" sz="2000" dirty="0">
                <a:solidFill>
                  <a:schemeClr val="tx1">
                    <a:lumMod val="50000"/>
                    <a:lumOff val="50000"/>
                  </a:schemeClr>
                </a:solidFill>
                <a:latin typeface="Corbel" panose="020B0503020204020204" pitchFamily="34" charset="0"/>
              </a:rPr>
              <a:t>Protect ~150,000 km of shoreline</a:t>
            </a:r>
          </a:p>
          <a:p>
            <a:r>
              <a:rPr lang="en-GB" sz="2000" dirty="0">
                <a:solidFill>
                  <a:schemeClr val="tx1">
                    <a:lumMod val="50000"/>
                    <a:lumOff val="50000"/>
                  </a:schemeClr>
                </a:solidFill>
                <a:latin typeface="Corbel" panose="020B0503020204020204" pitchFamily="34" charset="0"/>
              </a:rPr>
              <a:t>Reduce expected storm damage by &gt; $4 billion annually</a:t>
            </a:r>
          </a:p>
          <a:p>
            <a:endParaRPr lang="en-GB" sz="2400" b="1" dirty="0">
              <a:solidFill>
                <a:schemeClr val="tx1">
                  <a:lumMod val="50000"/>
                  <a:lumOff val="50000"/>
                </a:schemeClr>
              </a:solidFill>
              <a:latin typeface="Corbel" panose="020B0503020204020204" pitchFamily="34" charset="0"/>
            </a:endParaRPr>
          </a:p>
          <a:p>
            <a:endParaRPr lang="en-GB" sz="2000" dirty="0">
              <a:solidFill>
                <a:schemeClr val="tx1">
                  <a:lumMod val="50000"/>
                  <a:lumOff val="50000"/>
                </a:schemeClr>
              </a:solidFill>
              <a:latin typeface="Corbel" panose="020B0503020204020204" pitchFamily="34" charset="0"/>
            </a:endParaRPr>
          </a:p>
        </p:txBody>
      </p:sp>
      <p:pic>
        <p:nvPicPr>
          <p:cNvPr id="1026" name="Picture 2">
            <a:extLst>
              <a:ext uri="{FF2B5EF4-FFF2-40B4-BE49-F238E27FC236}">
                <a16:creationId xmlns:a16="http://schemas.microsoft.com/office/drawing/2014/main" id="{9BA7236F-D27A-E921-C3D1-690EBD01F5AE}"/>
              </a:ext>
            </a:extLst>
          </p:cNvPr>
          <p:cNvPicPr>
            <a:picLocks noChangeAspect="1" noChangeArrowheads="1"/>
          </p:cNvPicPr>
          <p:nvPr/>
        </p:nvPicPr>
        <p:blipFill>
          <a:blip r:embed="rId10"/>
          <a:srcRect l="13395" r="13395"/>
          <a:stretch/>
        </p:blipFill>
        <p:spPr bwMode="auto">
          <a:xfrm>
            <a:off x="1747145" y="1581338"/>
            <a:ext cx="4349897" cy="445625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8E64FE00-E93E-1E95-582B-56275F4DD8A9}"/>
              </a:ext>
            </a:extLst>
          </p:cNvPr>
          <p:cNvSpPr/>
          <p:nvPr/>
        </p:nvSpPr>
        <p:spPr>
          <a:xfrm>
            <a:off x="1747144" y="5773049"/>
            <a:ext cx="4348856" cy="264548"/>
          </a:xfrm>
          <a:prstGeom prst="rect">
            <a:avLst/>
          </a:prstGeom>
          <a:solidFill>
            <a:schemeClr val="tx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latin typeface="Corbel" panose="020B0503020204020204" pitchFamily="34" charset="0"/>
                <a:hlinkClick r:id="rId11">
                  <a:extLst>
                    <a:ext uri="{A12FA001-AC4F-418D-AE19-62706E023703}">
                      <ahyp:hlinkClr xmlns:ahyp="http://schemas.microsoft.com/office/drawing/2018/hyperlinkcolor" val="tx"/>
                    </a:ext>
                  </a:extLst>
                </a:hlinkClick>
              </a:rPr>
              <a:t>Wikimedia</a:t>
            </a:r>
            <a:endParaRPr lang="en-US" sz="1200" dirty="0">
              <a:solidFill>
                <a:schemeClr val="bg1"/>
              </a:solidFill>
              <a:latin typeface="Corbel" panose="020B0503020204020204" pitchFamily="34" charset="0"/>
            </a:endParaRPr>
          </a:p>
        </p:txBody>
      </p:sp>
    </p:spTree>
    <p:extLst>
      <p:ext uri="{BB962C8B-B14F-4D97-AF65-F5344CB8AC3E}">
        <p14:creationId xmlns:p14="http://schemas.microsoft.com/office/powerpoint/2010/main" val="363781897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4E3D8-E0BC-2500-BA74-1055501E0F88}"/>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5926F871-8CBF-BE1F-E516-A073CD298965}"/>
              </a:ext>
            </a:extLst>
          </p:cNvPr>
          <p:cNvPicPr>
            <a:picLocks noChangeAspect="1" noChangeArrowheads="1"/>
          </p:cNvPicPr>
          <p:nvPr/>
        </p:nvPicPr>
        <p:blipFill>
          <a:blip r:embed="rId3"/>
          <a:srcRect t="15937" b="15937"/>
          <a:stretch/>
        </p:blipFill>
        <p:spPr bwMode="auto">
          <a:xfrm>
            <a:off x="1747145" y="1581338"/>
            <a:ext cx="4349897" cy="445625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Scuba divers under water&#10;&#10;AI-generated content may be incorrect.">
            <a:extLst>
              <a:ext uri="{FF2B5EF4-FFF2-40B4-BE49-F238E27FC236}">
                <a16:creationId xmlns:a16="http://schemas.microsoft.com/office/drawing/2014/main" id="{29350AF6-0CC8-524B-CB23-8F7ED112E6A2}"/>
              </a:ext>
            </a:extLst>
          </p:cNvPr>
          <p:cNvPicPr>
            <a:picLocks noGrp="1" noRot="1" noChangeAspect="1" noMove="1" noResize="1" noEditPoints="1" noAdjustHandles="1" noChangeArrowheads="1" noChangeShapeType="1" noCrop="1"/>
          </p:cNvPicPr>
          <p:nvPr/>
        </p:nvPicPr>
        <p:blipFill>
          <a:blip r:embed="rId4" cstate="screen">
            <a:extLst>
              <a:ext uri="{BEBA8EAE-BF5A-486C-A8C5-ECC9F3942E4B}">
                <a14:imgProps xmlns:a14="http://schemas.microsoft.com/office/drawing/2010/main">
                  <a14:imgLayer r:embed="rId5">
                    <a14:imgEffect>
                      <a14:brightnessContrast bright="-60000"/>
                    </a14:imgEffect>
                  </a14:imgLayer>
                </a14:imgProps>
              </a:ext>
              <a:ext uri="{28A0092B-C50C-407E-A947-70E740481C1C}">
                <a14:useLocalDpi xmlns:a14="http://schemas.microsoft.com/office/drawing/2010/main"/>
              </a:ext>
            </a:extLst>
          </a:blip>
          <a:srcRect/>
          <a:stretch/>
        </p:blipFill>
        <p:spPr>
          <a:xfrm>
            <a:off x="1" y="-3750"/>
            <a:ext cx="1591982" cy="6858000"/>
          </a:xfrm>
          <a:prstGeom prst="rect">
            <a:avLst/>
          </a:prstGeom>
        </p:spPr>
      </p:pic>
      <p:pic>
        <p:nvPicPr>
          <p:cNvPr id="10" name="Picture 9" descr="Scuba divers under water&#10;&#10;AI-generated content may be incorrect.">
            <a:extLst>
              <a:ext uri="{FF2B5EF4-FFF2-40B4-BE49-F238E27FC236}">
                <a16:creationId xmlns:a16="http://schemas.microsoft.com/office/drawing/2014/main" id="{8CBEDDED-1140-7DD1-9918-4D1913035D26}"/>
              </a:ext>
            </a:extLst>
          </p:cNvPr>
          <p:cNvPicPr>
            <a:picLocks noGrp="1" noRot="1" noChangeAspect="1" noMove="1" noResize="1" noEditPoints="1" noAdjustHandles="1" noChangeArrowheads="1" noChangeShapeType="1" noCrop="1"/>
          </p:cNvPicPr>
          <p:nvPr/>
        </p:nvPicPr>
        <p:blipFill>
          <a:blip r:embed="rId6" cstate="screen">
            <a:extLst>
              <a:ext uri="{BEBA8EAE-BF5A-486C-A8C5-ECC9F3942E4B}">
                <a14:imgProps xmlns:a14="http://schemas.microsoft.com/office/drawing/2010/main">
                  <a14:imgLayer r:embed="rId7">
                    <a14:imgEffect>
                      <a14:brightnessContrast bright="-60000"/>
                    </a14:imgEffect>
                  </a14:imgLayer>
                </a14:imgProps>
              </a:ext>
              <a:ext uri="{28A0092B-C50C-407E-A947-70E740481C1C}">
                <a14:useLocalDpi xmlns:a14="http://schemas.microsoft.com/office/drawing/2010/main"/>
              </a:ext>
            </a:extLst>
          </a:blip>
          <a:srcRect/>
          <a:stretch/>
        </p:blipFill>
        <p:spPr>
          <a:xfrm>
            <a:off x="-15" y="0"/>
            <a:ext cx="12192011" cy="671089"/>
          </a:xfrm>
          <a:prstGeom prst="rect">
            <a:avLst/>
          </a:prstGeom>
        </p:spPr>
      </p:pic>
      <p:cxnSp>
        <p:nvCxnSpPr>
          <p:cNvPr id="32" name="Straight Connector 31">
            <a:extLst>
              <a:ext uri="{FF2B5EF4-FFF2-40B4-BE49-F238E27FC236}">
                <a16:creationId xmlns:a16="http://schemas.microsoft.com/office/drawing/2014/main" id="{6F16FC1A-5468-4535-783F-6A6139A8A924}"/>
              </a:ext>
            </a:extLst>
          </p:cNvPr>
          <p:cNvCxnSpPr>
            <a:cxnSpLocks noGrp="1" noRot="1" noMove="1" noResize="1" noEditPoints="1" noAdjustHandles="1" noChangeArrowheads="1" noChangeShapeType="1"/>
          </p:cNvCxnSpPr>
          <p:nvPr/>
        </p:nvCxnSpPr>
        <p:spPr>
          <a:xfrm>
            <a:off x="-3" y="657106"/>
            <a:ext cx="12192003" cy="0"/>
          </a:xfrm>
          <a:prstGeom prst="line">
            <a:avLst/>
          </a:prstGeom>
          <a:ln w="53975">
            <a:gradFill>
              <a:gsLst>
                <a:gs pos="50000">
                  <a:srgbClr val="EE3C34"/>
                </a:gs>
                <a:gs pos="100000">
                  <a:srgbClr val="EE3C34"/>
                </a:gs>
                <a:gs pos="0">
                  <a:srgbClr val="EE3C34">
                    <a:alpha val="0"/>
                  </a:srgbClr>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1" name="Right Triangle 20">
            <a:extLst>
              <a:ext uri="{FF2B5EF4-FFF2-40B4-BE49-F238E27FC236}">
                <a16:creationId xmlns:a16="http://schemas.microsoft.com/office/drawing/2014/main" id="{5024593B-6852-BD31-8985-6EAAECC3CCEC}"/>
              </a:ext>
            </a:extLst>
          </p:cNvPr>
          <p:cNvSpPr>
            <a:spLocks noGrp="1" noRot="1" noMove="1" noResize="1" noEditPoints="1" noAdjustHandles="1" noChangeArrowheads="1" noChangeShapeType="1"/>
          </p:cNvSpPr>
          <p:nvPr/>
        </p:nvSpPr>
        <p:spPr>
          <a:xfrm flipH="1">
            <a:off x="0" y="5309760"/>
            <a:ext cx="1591982" cy="1548239"/>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77BBDD3-A4BC-CEBC-2DAC-A5E219ACE46F}"/>
              </a:ext>
            </a:extLst>
          </p:cNvPr>
          <p:cNvSpPr txBox="1">
            <a:spLocks/>
          </p:cNvSpPr>
          <p:nvPr/>
        </p:nvSpPr>
        <p:spPr>
          <a:xfrm>
            <a:off x="228600" y="50716"/>
            <a:ext cx="2725615" cy="523220"/>
          </a:xfrm>
          <a:prstGeom prst="rect">
            <a:avLst/>
          </a:prstGeom>
          <a:noFill/>
        </p:spPr>
        <p:txBody>
          <a:bodyPr wrap="square" rtlCol="0">
            <a:spAutoFit/>
          </a:bodyPr>
          <a:lstStyle/>
          <a:p>
            <a:r>
              <a:rPr lang="en-US" sz="2800" b="1" dirty="0">
                <a:solidFill>
                  <a:srgbClr val="E7EBEE"/>
                </a:solidFill>
                <a:latin typeface="Corbel" panose="020B0503020204020204" pitchFamily="34" charset="0"/>
                <a:ea typeface="Verdana" panose="020B0604030504040204" pitchFamily="34" charset="0"/>
                <a:cs typeface="Beirut" pitchFamily="2" charset="-78"/>
              </a:rPr>
              <a:t>1. </a:t>
            </a:r>
            <a:r>
              <a:rPr lang="en-US" sz="2800" b="1" dirty="0">
                <a:solidFill>
                  <a:schemeClr val="bg1"/>
                </a:solidFill>
                <a:latin typeface="Corbel" panose="020B0503020204020204" pitchFamily="34" charset="0"/>
                <a:ea typeface="Verdana" panose="020B0604030504040204" pitchFamily="34" charset="0"/>
                <a:cs typeface="Beirut" pitchFamily="2" charset="-78"/>
              </a:rPr>
              <a:t>Overview</a:t>
            </a:r>
          </a:p>
        </p:txBody>
      </p:sp>
      <p:sp>
        <p:nvSpPr>
          <p:cNvPr id="18" name="TextBox 17">
            <a:extLst>
              <a:ext uri="{FF2B5EF4-FFF2-40B4-BE49-F238E27FC236}">
                <a16:creationId xmlns:a16="http://schemas.microsoft.com/office/drawing/2014/main" id="{E50C349B-65A4-B0F1-8998-9A2F471FB088}"/>
              </a:ext>
            </a:extLst>
          </p:cNvPr>
          <p:cNvSpPr txBox="1">
            <a:spLocks/>
          </p:cNvSpPr>
          <p:nvPr/>
        </p:nvSpPr>
        <p:spPr>
          <a:xfrm>
            <a:off x="3231381" y="50716"/>
            <a:ext cx="2233795"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2. </a:t>
            </a:r>
            <a:r>
              <a:rPr lang="en-US" sz="2800" b="1" dirty="0">
                <a:solidFill>
                  <a:srgbClr val="FFC000"/>
                </a:solidFill>
                <a:latin typeface="Corbel" panose="020B0503020204020204" pitchFamily="34" charset="0"/>
                <a:ea typeface="Verdana" panose="020B0604030504040204" pitchFamily="34" charset="0"/>
                <a:cs typeface="Beirut" pitchFamily="2" charset="-78"/>
              </a:rPr>
              <a:t>Economics</a:t>
            </a:r>
            <a:r>
              <a:rPr lang="en-US" sz="2800" b="1" dirty="0">
                <a:solidFill>
                  <a:schemeClr val="bg1"/>
                </a:solidFill>
                <a:latin typeface="Corbel" panose="020B0503020204020204" pitchFamily="34" charset="0"/>
                <a:ea typeface="Verdana" panose="020B0604030504040204" pitchFamily="34" charset="0"/>
                <a:cs typeface="Beirut" pitchFamily="2" charset="-78"/>
              </a:rPr>
              <a:t> </a:t>
            </a:r>
            <a:endParaRPr lang="en-US" sz="2800" b="1" dirty="0">
              <a:solidFill>
                <a:srgbClr val="FFC000"/>
              </a:solidFill>
              <a:latin typeface="Corbel" panose="020B0503020204020204" pitchFamily="34" charset="0"/>
              <a:ea typeface="Verdana" panose="020B0604030504040204" pitchFamily="34" charset="0"/>
              <a:cs typeface="Beirut" pitchFamily="2" charset="-78"/>
            </a:endParaRPr>
          </a:p>
        </p:txBody>
      </p:sp>
      <p:sp>
        <p:nvSpPr>
          <p:cNvPr id="22" name="TextBox 21">
            <a:extLst>
              <a:ext uri="{FF2B5EF4-FFF2-40B4-BE49-F238E27FC236}">
                <a16:creationId xmlns:a16="http://schemas.microsoft.com/office/drawing/2014/main" id="{4382ABB4-ED41-37AC-5690-AB4C6482363B}"/>
              </a:ext>
            </a:extLst>
          </p:cNvPr>
          <p:cNvSpPr txBox="1">
            <a:spLocks/>
          </p:cNvSpPr>
          <p:nvPr/>
        </p:nvSpPr>
        <p:spPr>
          <a:xfrm>
            <a:off x="6349628" y="50716"/>
            <a:ext cx="3297580"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3. Tourism</a:t>
            </a:r>
          </a:p>
        </p:txBody>
      </p:sp>
      <p:sp>
        <p:nvSpPr>
          <p:cNvPr id="12" name="TextBox 11">
            <a:extLst>
              <a:ext uri="{FF2B5EF4-FFF2-40B4-BE49-F238E27FC236}">
                <a16:creationId xmlns:a16="http://schemas.microsoft.com/office/drawing/2014/main" id="{2CA3537E-43F2-7F53-5746-AD7BBF1C7F4E}"/>
              </a:ext>
            </a:extLst>
          </p:cNvPr>
          <p:cNvSpPr txBox="1"/>
          <p:nvPr/>
        </p:nvSpPr>
        <p:spPr>
          <a:xfrm>
            <a:off x="8006195" y="6097879"/>
            <a:ext cx="3474026" cy="738664"/>
          </a:xfrm>
          <a:prstGeom prst="rect">
            <a:avLst/>
          </a:prstGeom>
          <a:noFill/>
        </p:spPr>
        <p:txBody>
          <a:bodyPr wrap="square" rtlCol="0">
            <a:spAutoFit/>
          </a:bodyPr>
          <a:lstStyle/>
          <a:p>
            <a:pPr algn="r"/>
            <a:r>
              <a:rPr lang="en-US" sz="1400" b="1" dirty="0">
                <a:latin typeface="Corbel" panose="020B0503020204020204" pitchFamily="34" charset="0"/>
                <a:ea typeface="Verdana" panose="020B0604030504040204" pitchFamily="34" charset="0"/>
                <a:cs typeface="Beirut" pitchFamily="2" charset="-78"/>
              </a:rPr>
              <a:t>Orlando Timmerman</a:t>
            </a:r>
          </a:p>
          <a:p>
            <a:pPr algn="r"/>
            <a:r>
              <a:rPr lang="en-US" sz="1400" b="1" dirty="0">
                <a:latin typeface="Corbel" panose="020B0503020204020204" pitchFamily="34" charset="0"/>
                <a:ea typeface="Verdana" panose="020B0604030504040204" pitchFamily="34" charset="0"/>
                <a:cs typeface="Beirut" pitchFamily="2" charset="-78"/>
              </a:rPr>
              <a:t>Department of Earth Sciences</a:t>
            </a:r>
          </a:p>
          <a:p>
            <a:pPr algn="r"/>
            <a:r>
              <a:rPr lang="en-US" sz="1400" b="1" dirty="0" err="1">
                <a:latin typeface="Corbel" panose="020B0503020204020204" pitchFamily="34" charset="0"/>
                <a:ea typeface="Verdana" panose="020B0604030504040204" pitchFamily="34" charset="0"/>
                <a:cs typeface="Beirut" pitchFamily="2" charset="-78"/>
              </a:rPr>
              <a:t>Calcifiers</a:t>
            </a:r>
            <a:r>
              <a:rPr lang="en-US" sz="1400" b="1" dirty="0">
                <a:latin typeface="Corbel" panose="020B0503020204020204" pitchFamily="34" charset="0"/>
                <a:ea typeface="Verdana" panose="020B0604030504040204" pitchFamily="34" charset="0"/>
                <a:cs typeface="Beirut" pitchFamily="2" charset="-78"/>
              </a:rPr>
              <a:t> Group Meeting | 30.10.25</a:t>
            </a:r>
          </a:p>
        </p:txBody>
      </p:sp>
      <p:pic>
        <p:nvPicPr>
          <p:cNvPr id="2" name="Picture 16" descr="University of Cambridge Logo PNG Transparent &amp; SVG Vector - Freebie Supply">
            <a:extLst>
              <a:ext uri="{FF2B5EF4-FFF2-40B4-BE49-F238E27FC236}">
                <a16:creationId xmlns:a16="http://schemas.microsoft.com/office/drawing/2014/main" id="{829C7403-578A-BDD3-1083-0F48EECB3CF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563928" y="6149159"/>
            <a:ext cx="506380" cy="636104"/>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EB271465-C620-5186-8380-859F38264ABC}"/>
              </a:ext>
            </a:extLst>
          </p:cNvPr>
          <p:cNvSpPr txBox="1">
            <a:spLocks/>
          </p:cNvSpPr>
          <p:nvPr/>
        </p:nvSpPr>
        <p:spPr>
          <a:xfrm>
            <a:off x="9195583" y="50716"/>
            <a:ext cx="2725614"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4. Proposal</a:t>
            </a:r>
          </a:p>
        </p:txBody>
      </p:sp>
      <p:pic>
        <p:nvPicPr>
          <p:cNvPr id="4" name="Picture 3">
            <a:extLst>
              <a:ext uri="{FF2B5EF4-FFF2-40B4-BE49-F238E27FC236}">
                <a16:creationId xmlns:a16="http://schemas.microsoft.com/office/drawing/2014/main" id="{2F8C688D-348B-DA66-BB30-122B03FCF69C}"/>
              </a:ext>
            </a:extLst>
          </p:cNvPr>
          <p:cNvPicPr>
            <a:picLocks noChangeAspect="1"/>
          </p:cNvPicPr>
          <p:nvPr/>
        </p:nvPicPr>
        <p:blipFill>
          <a:blip r:embed="rId9"/>
          <a:stretch>
            <a:fillRect/>
          </a:stretch>
        </p:blipFill>
        <p:spPr>
          <a:xfrm>
            <a:off x="1000685" y="6083879"/>
            <a:ext cx="590245" cy="590245"/>
          </a:xfrm>
          <a:prstGeom prst="rect">
            <a:avLst/>
          </a:prstGeom>
        </p:spPr>
      </p:pic>
      <p:sp>
        <p:nvSpPr>
          <p:cNvPr id="20" name="TextBox 19">
            <a:extLst>
              <a:ext uri="{FF2B5EF4-FFF2-40B4-BE49-F238E27FC236}">
                <a16:creationId xmlns:a16="http://schemas.microsoft.com/office/drawing/2014/main" id="{A5913B13-8161-A4C0-A437-0458592AB1B0}"/>
              </a:ext>
            </a:extLst>
          </p:cNvPr>
          <p:cNvSpPr txBox="1"/>
          <p:nvPr/>
        </p:nvSpPr>
        <p:spPr>
          <a:xfrm>
            <a:off x="6602380" y="1507058"/>
            <a:ext cx="5467928" cy="5293757"/>
          </a:xfrm>
          <a:prstGeom prst="rect">
            <a:avLst/>
          </a:prstGeom>
          <a:noFill/>
        </p:spPr>
        <p:txBody>
          <a:bodyPr wrap="square" lIns="0" tIns="0" rIns="0" bIns="0" rtlCol="0">
            <a:spAutoFit/>
          </a:bodyPr>
          <a:lstStyle/>
          <a:p>
            <a:r>
              <a:rPr lang="en-GB" sz="2400" b="1" dirty="0">
                <a:solidFill>
                  <a:schemeClr val="tx1">
                    <a:lumMod val="50000"/>
                    <a:lumOff val="50000"/>
                  </a:schemeClr>
                </a:solidFill>
                <a:latin typeface="Corbel" panose="020B0503020204020204" pitchFamily="34" charset="0"/>
              </a:rPr>
              <a:t>Tourism</a:t>
            </a:r>
          </a:p>
          <a:p>
            <a:r>
              <a:rPr lang="en-GB" sz="2000" dirty="0">
                <a:solidFill>
                  <a:schemeClr val="tx1">
                    <a:lumMod val="50000"/>
                    <a:lumOff val="50000"/>
                  </a:schemeClr>
                </a:solidFill>
                <a:latin typeface="Corbel" panose="020B0503020204020204" pitchFamily="34" charset="0"/>
              </a:rPr>
              <a:t>~ 70 million annual tourist trips</a:t>
            </a:r>
          </a:p>
          <a:p>
            <a:r>
              <a:rPr lang="en-GB" sz="2000" dirty="0">
                <a:solidFill>
                  <a:schemeClr val="tx1">
                    <a:lumMod val="50000"/>
                    <a:lumOff val="50000"/>
                  </a:schemeClr>
                </a:solidFill>
                <a:latin typeface="Corbel" panose="020B0503020204020204" pitchFamily="34" charset="0"/>
              </a:rPr>
              <a:t>~ $36 billion annual expenditure</a:t>
            </a:r>
            <a:endParaRPr lang="en-GB" sz="2400" b="1" dirty="0">
              <a:solidFill>
                <a:schemeClr val="tx1">
                  <a:lumMod val="50000"/>
                  <a:lumOff val="50000"/>
                </a:schemeClr>
              </a:solidFill>
              <a:latin typeface="Corbel" panose="020B0503020204020204" pitchFamily="34" charset="0"/>
            </a:endParaRPr>
          </a:p>
          <a:p>
            <a:endParaRPr lang="en-GB" sz="2400" b="1" dirty="0">
              <a:solidFill>
                <a:schemeClr val="tx1">
                  <a:lumMod val="50000"/>
                  <a:lumOff val="50000"/>
                </a:schemeClr>
              </a:solidFill>
              <a:latin typeface="Corbel" panose="020B0503020204020204" pitchFamily="34" charset="0"/>
            </a:endParaRPr>
          </a:p>
          <a:p>
            <a:r>
              <a:rPr lang="en-GB" sz="2400" b="1" dirty="0">
                <a:solidFill>
                  <a:schemeClr val="tx1">
                    <a:lumMod val="50000"/>
                    <a:lumOff val="50000"/>
                  </a:schemeClr>
                </a:solidFill>
                <a:latin typeface="Corbel" panose="020B0503020204020204" pitchFamily="34" charset="0"/>
              </a:rPr>
              <a:t>Fisheries</a:t>
            </a:r>
          </a:p>
          <a:p>
            <a:r>
              <a:rPr lang="en-GB" sz="2000" dirty="0">
                <a:solidFill>
                  <a:schemeClr val="tx1">
                    <a:lumMod val="50000"/>
                    <a:lumOff val="50000"/>
                  </a:schemeClr>
                </a:solidFill>
                <a:latin typeface="Corbel" panose="020B0503020204020204" pitchFamily="34" charset="0"/>
              </a:rPr>
              <a:t>Important protein source for millions</a:t>
            </a:r>
          </a:p>
          <a:p>
            <a:r>
              <a:rPr lang="en-GB" sz="2000" dirty="0">
                <a:solidFill>
                  <a:schemeClr val="tx1">
                    <a:lumMod val="50000"/>
                    <a:lumOff val="50000"/>
                  </a:schemeClr>
                </a:solidFill>
                <a:latin typeface="Corbel" panose="020B0503020204020204" pitchFamily="34" charset="0"/>
              </a:rPr>
              <a:t>Support ~6 million reef fishers (inc. many artisanal)</a:t>
            </a:r>
          </a:p>
          <a:p>
            <a:r>
              <a:rPr lang="en-GB" sz="2000" dirty="0">
                <a:solidFill>
                  <a:schemeClr val="tx1">
                    <a:lumMod val="50000"/>
                    <a:lumOff val="50000"/>
                  </a:schemeClr>
                </a:solidFill>
                <a:latin typeface="Corbel" panose="020B0503020204020204" pitchFamily="34" charset="0"/>
              </a:rPr>
              <a:t>~ $6.8 billion in 2011</a:t>
            </a:r>
          </a:p>
          <a:p>
            <a:r>
              <a:rPr lang="en-GB" sz="2000" dirty="0">
                <a:solidFill>
                  <a:schemeClr val="tx1">
                    <a:lumMod val="50000"/>
                    <a:lumOff val="50000"/>
                  </a:schemeClr>
                </a:solidFill>
                <a:latin typeface="Corbel" panose="020B0503020204020204" pitchFamily="34" charset="0"/>
              </a:rPr>
              <a:t>Women represent ~50% workforce in sector</a:t>
            </a:r>
            <a:endParaRPr lang="en-GB" sz="2400" b="1" dirty="0">
              <a:solidFill>
                <a:schemeClr val="tx1">
                  <a:lumMod val="50000"/>
                  <a:lumOff val="50000"/>
                </a:schemeClr>
              </a:solidFill>
              <a:latin typeface="Corbel" panose="020B0503020204020204" pitchFamily="34" charset="0"/>
            </a:endParaRPr>
          </a:p>
          <a:p>
            <a:endParaRPr lang="en-GB" sz="2400" b="1" dirty="0">
              <a:solidFill>
                <a:schemeClr val="tx1">
                  <a:lumMod val="50000"/>
                  <a:lumOff val="50000"/>
                </a:schemeClr>
              </a:solidFill>
              <a:latin typeface="Corbel" panose="020B0503020204020204" pitchFamily="34" charset="0"/>
            </a:endParaRPr>
          </a:p>
          <a:p>
            <a:r>
              <a:rPr lang="en-GB" sz="2400" b="1" dirty="0">
                <a:latin typeface="Corbel" panose="020B0503020204020204" pitchFamily="34" charset="0"/>
              </a:rPr>
              <a:t>Shoreline protection</a:t>
            </a:r>
          </a:p>
          <a:p>
            <a:r>
              <a:rPr lang="en-GB" sz="2000" dirty="0">
                <a:latin typeface="Corbel" panose="020B0503020204020204" pitchFamily="34" charset="0"/>
              </a:rPr>
              <a:t>Protect ~150,000 km of shoreline</a:t>
            </a:r>
          </a:p>
          <a:p>
            <a:r>
              <a:rPr lang="en-GB" sz="2000" dirty="0">
                <a:latin typeface="Corbel" panose="020B0503020204020204" pitchFamily="34" charset="0"/>
              </a:rPr>
              <a:t>Reduce expected storm damage by &gt; $4 billion annually</a:t>
            </a:r>
          </a:p>
          <a:p>
            <a:endParaRPr lang="en-GB" sz="2400" b="1" dirty="0">
              <a:solidFill>
                <a:schemeClr val="tx1">
                  <a:lumMod val="50000"/>
                  <a:lumOff val="50000"/>
                </a:schemeClr>
              </a:solidFill>
              <a:latin typeface="Corbel" panose="020B0503020204020204" pitchFamily="34" charset="0"/>
            </a:endParaRPr>
          </a:p>
          <a:p>
            <a:endParaRPr lang="en-GB" sz="2000" dirty="0">
              <a:solidFill>
                <a:schemeClr val="tx1">
                  <a:lumMod val="50000"/>
                  <a:lumOff val="50000"/>
                </a:schemeClr>
              </a:solidFill>
              <a:latin typeface="Corbel" panose="020B0503020204020204" pitchFamily="34" charset="0"/>
            </a:endParaRPr>
          </a:p>
        </p:txBody>
      </p:sp>
      <p:sp>
        <p:nvSpPr>
          <p:cNvPr id="3" name="Rectangle 2">
            <a:extLst>
              <a:ext uri="{FF2B5EF4-FFF2-40B4-BE49-F238E27FC236}">
                <a16:creationId xmlns:a16="http://schemas.microsoft.com/office/drawing/2014/main" id="{892E3424-D086-4776-D425-EF8EACE2A8C3}"/>
              </a:ext>
            </a:extLst>
          </p:cNvPr>
          <p:cNvSpPr/>
          <p:nvPr/>
        </p:nvSpPr>
        <p:spPr>
          <a:xfrm>
            <a:off x="1747144" y="5773049"/>
            <a:ext cx="4348856" cy="264548"/>
          </a:xfrm>
          <a:prstGeom prst="rect">
            <a:avLst/>
          </a:prstGeom>
          <a:solidFill>
            <a:schemeClr val="tx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latin typeface="Corbel" panose="020B0503020204020204" pitchFamily="34" charset="0"/>
              </a:rPr>
              <a:t>Stolen from </a:t>
            </a:r>
            <a:r>
              <a:rPr lang="en-US" sz="1200" dirty="0">
                <a:solidFill>
                  <a:schemeClr val="bg1"/>
                </a:solidFill>
                <a:latin typeface="Corbel" panose="020B0503020204020204" pitchFamily="34" charset="0"/>
                <a:hlinkClick r:id="rId10">
                  <a:extLst>
                    <a:ext uri="{A12FA001-AC4F-418D-AE19-62706E023703}">
                      <ahyp:hlinkClr xmlns:ahyp="http://schemas.microsoft.com/office/drawing/2018/hyperlinkcolor" val="tx"/>
                    </a:ext>
                  </a:extLst>
                </a:hlinkClick>
              </a:rPr>
              <a:t>Science Photo Library</a:t>
            </a:r>
            <a:endParaRPr lang="en-US" sz="1200" dirty="0">
              <a:solidFill>
                <a:schemeClr val="bg1"/>
              </a:solidFill>
              <a:latin typeface="Corbel" panose="020B0503020204020204" pitchFamily="34" charset="0"/>
            </a:endParaRPr>
          </a:p>
        </p:txBody>
      </p:sp>
    </p:spTree>
    <p:extLst>
      <p:ext uri="{BB962C8B-B14F-4D97-AF65-F5344CB8AC3E}">
        <p14:creationId xmlns:p14="http://schemas.microsoft.com/office/powerpoint/2010/main" val="361138837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B3828-8729-87F9-4367-FC34226847C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FC81D8E-1A8F-DD93-46A6-6BFAFABFB966}"/>
              </a:ext>
            </a:extLst>
          </p:cNvPr>
          <p:cNvSpPr/>
          <p:nvPr/>
        </p:nvSpPr>
        <p:spPr>
          <a:xfrm>
            <a:off x="1674636" y="4331670"/>
            <a:ext cx="10395671" cy="2526330"/>
          </a:xfrm>
          <a:prstGeom prst="rect">
            <a:avLst/>
          </a:prstGeom>
          <a:gradFill>
            <a:gsLst>
              <a:gs pos="43000">
                <a:schemeClr val="bg1"/>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descr="Fig. 1">
            <a:extLst>
              <a:ext uri="{FF2B5EF4-FFF2-40B4-BE49-F238E27FC236}">
                <a16:creationId xmlns:a16="http://schemas.microsoft.com/office/drawing/2014/main" id="{C847D129-2D4A-5D8C-D492-0AE8302B61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4145" y="2107222"/>
            <a:ext cx="2767113" cy="380214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Scuba divers under water&#10;&#10;AI-generated content may be incorrect.">
            <a:extLst>
              <a:ext uri="{FF2B5EF4-FFF2-40B4-BE49-F238E27FC236}">
                <a16:creationId xmlns:a16="http://schemas.microsoft.com/office/drawing/2014/main" id="{C8E325E6-DEA8-D994-4918-EC55697CE513}"/>
              </a:ext>
            </a:extLst>
          </p:cNvPr>
          <p:cNvPicPr>
            <a:picLocks noGrp="1" noRot="1" noChangeAspect="1" noMove="1" noResize="1" noEditPoints="1" noAdjustHandles="1" noChangeArrowheads="1" noChangeShapeType="1" noCrop="1"/>
          </p:cNvPicPr>
          <p:nvPr/>
        </p:nvPicPr>
        <p:blipFill>
          <a:blip r:embed="rId4" cstate="screen">
            <a:extLst>
              <a:ext uri="{BEBA8EAE-BF5A-486C-A8C5-ECC9F3942E4B}">
                <a14:imgProps xmlns:a14="http://schemas.microsoft.com/office/drawing/2010/main">
                  <a14:imgLayer r:embed="rId5">
                    <a14:imgEffect>
                      <a14:brightnessContrast bright="-60000"/>
                    </a14:imgEffect>
                  </a14:imgLayer>
                </a14:imgProps>
              </a:ext>
              <a:ext uri="{28A0092B-C50C-407E-A947-70E740481C1C}">
                <a14:useLocalDpi xmlns:a14="http://schemas.microsoft.com/office/drawing/2010/main"/>
              </a:ext>
            </a:extLst>
          </a:blip>
          <a:srcRect/>
          <a:stretch/>
        </p:blipFill>
        <p:spPr>
          <a:xfrm>
            <a:off x="1" y="-3750"/>
            <a:ext cx="1591982" cy="6858000"/>
          </a:xfrm>
          <a:prstGeom prst="rect">
            <a:avLst/>
          </a:prstGeom>
        </p:spPr>
      </p:pic>
      <p:pic>
        <p:nvPicPr>
          <p:cNvPr id="10" name="Picture 9" descr="Scuba divers under water&#10;&#10;AI-generated content may be incorrect.">
            <a:extLst>
              <a:ext uri="{FF2B5EF4-FFF2-40B4-BE49-F238E27FC236}">
                <a16:creationId xmlns:a16="http://schemas.microsoft.com/office/drawing/2014/main" id="{26258E84-BF72-54B7-609C-1A93D0E6AE5E}"/>
              </a:ext>
            </a:extLst>
          </p:cNvPr>
          <p:cNvPicPr>
            <a:picLocks noGrp="1" noRot="1" noChangeAspect="1" noMove="1" noResize="1" noEditPoints="1" noAdjustHandles="1" noChangeArrowheads="1" noChangeShapeType="1" noCrop="1"/>
          </p:cNvPicPr>
          <p:nvPr/>
        </p:nvPicPr>
        <p:blipFill>
          <a:blip r:embed="rId6" cstate="screen">
            <a:extLst>
              <a:ext uri="{BEBA8EAE-BF5A-486C-A8C5-ECC9F3942E4B}">
                <a14:imgProps xmlns:a14="http://schemas.microsoft.com/office/drawing/2010/main">
                  <a14:imgLayer r:embed="rId7">
                    <a14:imgEffect>
                      <a14:brightnessContrast bright="-60000"/>
                    </a14:imgEffect>
                  </a14:imgLayer>
                </a14:imgProps>
              </a:ext>
              <a:ext uri="{28A0092B-C50C-407E-A947-70E740481C1C}">
                <a14:useLocalDpi xmlns:a14="http://schemas.microsoft.com/office/drawing/2010/main"/>
              </a:ext>
            </a:extLst>
          </a:blip>
          <a:srcRect/>
          <a:stretch/>
        </p:blipFill>
        <p:spPr>
          <a:xfrm>
            <a:off x="-15" y="0"/>
            <a:ext cx="12192011" cy="671089"/>
          </a:xfrm>
          <a:prstGeom prst="rect">
            <a:avLst/>
          </a:prstGeom>
        </p:spPr>
      </p:pic>
      <p:cxnSp>
        <p:nvCxnSpPr>
          <p:cNvPr id="32" name="Straight Connector 31">
            <a:extLst>
              <a:ext uri="{FF2B5EF4-FFF2-40B4-BE49-F238E27FC236}">
                <a16:creationId xmlns:a16="http://schemas.microsoft.com/office/drawing/2014/main" id="{05A88D4F-FEEB-28F9-1999-317048CC9C84}"/>
              </a:ext>
            </a:extLst>
          </p:cNvPr>
          <p:cNvCxnSpPr>
            <a:cxnSpLocks noGrp="1" noRot="1" noMove="1" noResize="1" noEditPoints="1" noAdjustHandles="1" noChangeArrowheads="1" noChangeShapeType="1"/>
          </p:cNvCxnSpPr>
          <p:nvPr/>
        </p:nvCxnSpPr>
        <p:spPr>
          <a:xfrm>
            <a:off x="-3" y="657106"/>
            <a:ext cx="12192003" cy="0"/>
          </a:xfrm>
          <a:prstGeom prst="line">
            <a:avLst/>
          </a:prstGeom>
          <a:ln w="53975">
            <a:gradFill>
              <a:gsLst>
                <a:gs pos="50000">
                  <a:srgbClr val="EE3C34"/>
                </a:gs>
                <a:gs pos="100000">
                  <a:srgbClr val="EE3C34"/>
                </a:gs>
                <a:gs pos="0">
                  <a:srgbClr val="EE3C34">
                    <a:alpha val="0"/>
                  </a:srgbClr>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1" name="Right Triangle 20">
            <a:extLst>
              <a:ext uri="{FF2B5EF4-FFF2-40B4-BE49-F238E27FC236}">
                <a16:creationId xmlns:a16="http://schemas.microsoft.com/office/drawing/2014/main" id="{6978C347-B1EA-EB55-9502-508ED9858DC7}"/>
              </a:ext>
            </a:extLst>
          </p:cNvPr>
          <p:cNvSpPr>
            <a:spLocks noGrp="1" noRot="1" noMove="1" noResize="1" noEditPoints="1" noAdjustHandles="1" noChangeArrowheads="1" noChangeShapeType="1"/>
          </p:cNvSpPr>
          <p:nvPr/>
        </p:nvSpPr>
        <p:spPr>
          <a:xfrm flipH="1">
            <a:off x="0" y="5309760"/>
            <a:ext cx="1591982" cy="1548239"/>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766215F-589D-3604-9FAA-9296E198855A}"/>
              </a:ext>
            </a:extLst>
          </p:cNvPr>
          <p:cNvSpPr txBox="1">
            <a:spLocks/>
          </p:cNvSpPr>
          <p:nvPr/>
        </p:nvSpPr>
        <p:spPr>
          <a:xfrm>
            <a:off x="228600" y="50716"/>
            <a:ext cx="2725615" cy="523220"/>
          </a:xfrm>
          <a:prstGeom prst="rect">
            <a:avLst/>
          </a:prstGeom>
          <a:noFill/>
        </p:spPr>
        <p:txBody>
          <a:bodyPr wrap="square" rtlCol="0">
            <a:spAutoFit/>
          </a:bodyPr>
          <a:lstStyle/>
          <a:p>
            <a:r>
              <a:rPr lang="en-US" sz="2800" b="1" dirty="0">
                <a:solidFill>
                  <a:srgbClr val="E7EBEE"/>
                </a:solidFill>
                <a:latin typeface="Corbel" panose="020B0503020204020204" pitchFamily="34" charset="0"/>
                <a:ea typeface="Verdana" panose="020B0604030504040204" pitchFamily="34" charset="0"/>
                <a:cs typeface="Beirut" pitchFamily="2" charset="-78"/>
              </a:rPr>
              <a:t>1. </a:t>
            </a:r>
            <a:r>
              <a:rPr lang="en-US" sz="2800" b="1" dirty="0">
                <a:solidFill>
                  <a:schemeClr val="bg1"/>
                </a:solidFill>
                <a:latin typeface="Corbel" panose="020B0503020204020204" pitchFamily="34" charset="0"/>
                <a:ea typeface="Verdana" panose="020B0604030504040204" pitchFamily="34" charset="0"/>
                <a:cs typeface="Beirut" pitchFamily="2" charset="-78"/>
              </a:rPr>
              <a:t>Overview</a:t>
            </a:r>
          </a:p>
        </p:txBody>
      </p:sp>
      <p:sp>
        <p:nvSpPr>
          <p:cNvPr id="18" name="TextBox 17">
            <a:extLst>
              <a:ext uri="{FF2B5EF4-FFF2-40B4-BE49-F238E27FC236}">
                <a16:creationId xmlns:a16="http://schemas.microsoft.com/office/drawing/2014/main" id="{1A0B4B6A-2691-64FB-A71A-AB9C6BDCC264}"/>
              </a:ext>
            </a:extLst>
          </p:cNvPr>
          <p:cNvSpPr txBox="1">
            <a:spLocks/>
          </p:cNvSpPr>
          <p:nvPr/>
        </p:nvSpPr>
        <p:spPr>
          <a:xfrm>
            <a:off x="3231381" y="50716"/>
            <a:ext cx="2233795"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2. Economics </a:t>
            </a:r>
            <a:endParaRPr lang="en-US" sz="2800" b="1" dirty="0">
              <a:solidFill>
                <a:srgbClr val="FFC000"/>
              </a:solidFill>
              <a:latin typeface="Corbel" panose="020B0503020204020204" pitchFamily="34" charset="0"/>
              <a:ea typeface="Verdana" panose="020B0604030504040204" pitchFamily="34" charset="0"/>
              <a:cs typeface="Beirut" pitchFamily="2" charset="-78"/>
            </a:endParaRPr>
          </a:p>
        </p:txBody>
      </p:sp>
      <p:sp>
        <p:nvSpPr>
          <p:cNvPr id="22" name="TextBox 21">
            <a:extLst>
              <a:ext uri="{FF2B5EF4-FFF2-40B4-BE49-F238E27FC236}">
                <a16:creationId xmlns:a16="http://schemas.microsoft.com/office/drawing/2014/main" id="{8DF0AEC2-09C9-0380-FF32-793B17067239}"/>
              </a:ext>
            </a:extLst>
          </p:cNvPr>
          <p:cNvSpPr txBox="1">
            <a:spLocks/>
          </p:cNvSpPr>
          <p:nvPr/>
        </p:nvSpPr>
        <p:spPr>
          <a:xfrm>
            <a:off x="6349628" y="50716"/>
            <a:ext cx="3297580"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3. </a:t>
            </a:r>
            <a:r>
              <a:rPr lang="en-US" sz="2800" b="1" dirty="0">
                <a:solidFill>
                  <a:srgbClr val="FFC000"/>
                </a:solidFill>
                <a:latin typeface="Corbel" panose="020B0503020204020204" pitchFamily="34" charset="0"/>
                <a:ea typeface="Verdana" panose="020B0604030504040204" pitchFamily="34" charset="0"/>
                <a:cs typeface="Beirut" pitchFamily="2" charset="-78"/>
              </a:rPr>
              <a:t>Tourism</a:t>
            </a:r>
          </a:p>
        </p:txBody>
      </p:sp>
      <p:sp>
        <p:nvSpPr>
          <p:cNvPr id="12" name="TextBox 11">
            <a:extLst>
              <a:ext uri="{FF2B5EF4-FFF2-40B4-BE49-F238E27FC236}">
                <a16:creationId xmlns:a16="http://schemas.microsoft.com/office/drawing/2014/main" id="{B2D7E5AF-BD8E-E40C-455F-B2F34E2D9F66}"/>
              </a:ext>
            </a:extLst>
          </p:cNvPr>
          <p:cNvSpPr txBox="1"/>
          <p:nvPr/>
        </p:nvSpPr>
        <p:spPr>
          <a:xfrm>
            <a:off x="8006195" y="6097879"/>
            <a:ext cx="3474026" cy="738664"/>
          </a:xfrm>
          <a:prstGeom prst="rect">
            <a:avLst/>
          </a:prstGeom>
          <a:noFill/>
        </p:spPr>
        <p:txBody>
          <a:bodyPr wrap="square" rtlCol="0">
            <a:spAutoFit/>
          </a:bodyPr>
          <a:lstStyle/>
          <a:p>
            <a:pPr algn="r"/>
            <a:r>
              <a:rPr lang="en-US" sz="1400" b="1" dirty="0">
                <a:latin typeface="Corbel" panose="020B0503020204020204" pitchFamily="34" charset="0"/>
                <a:ea typeface="Verdana" panose="020B0604030504040204" pitchFamily="34" charset="0"/>
                <a:cs typeface="Beirut" pitchFamily="2" charset="-78"/>
              </a:rPr>
              <a:t>Orlando Timmerman</a:t>
            </a:r>
          </a:p>
          <a:p>
            <a:pPr algn="r"/>
            <a:r>
              <a:rPr lang="en-US" sz="1400" b="1" dirty="0">
                <a:latin typeface="Corbel" panose="020B0503020204020204" pitchFamily="34" charset="0"/>
                <a:ea typeface="Verdana" panose="020B0604030504040204" pitchFamily="34" charset="0"/>
                <a:cs typeface="Beirut" pitchFamily="2" charset="-78"/>
              </a:rPr>
              <a:t>Department of Earth Sciences</a:t>
            </a:r>
          </a:p>
          <a:p>
            <a:pPr algn="r"/>
            <a:r>
              <a:rPr lang="en-US" sz="1400" b="1" dirty="0" err="1">
                <a:latin typeface="Corbel" panose="020B0503020204020204" pitchFamily="34" charset="0"/>
                <a:ea typeface="Verdana" panose="020B0604030504040204" pitchFamily="34" charset="0"/>
                <a:cs typeface="Beirut" pitchFamily="2" charset="-78"/>
              </a:rPr>
              <a:t>Calcifiers</a:t>
            </a:r>
            <a:r>
              <a:rPr lang="en-US" sz="1400" b="1" dirty="0">
                <a:latin typeface="Corbel" panose="020B0503020204020204" pitchFamily="34" charset="0"/>
                <a:ea typeface="Verdana" panose="020B0604030504040204" pitchFamily="34" charset="0"/>
                <a:cs typeface="Beirut" pitchFamily="2" charset="-78"/>
              </a:rPr>
              <a:t> Group Meeting | 30.10.25</a:t>
            </a:r>
          </a:p>
        </p:txBody>
      </p:sp>
      <p:pic>
        <p:nvPicPr>
          <p:cNvPr id="2" name="Picture 16" descr="University of Cambridge Logo PNG Transparent &amp; SVG Vector - Freebie Supply">
            <a:extLst>
              <a:ext uri="{FF2B5EF4-FFF2-40B4-BE49-F238E27FC236}">
                <a16:creationId xmlns:a16="http://schemas.microsoft.com/office/drawing/2014/main" id="{3EC358C8-A061-A19F-5BFA-C73B6E3D5F6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563928" y="6149159"/>
            <a:ext cx="506380" cy="636104"/>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8573A197-74FF-2905-48A2-929AF6FE2F81}"/>
              </a:ext>
            </a:extLst>
          </p:cNvPr>
          <p:cNvSpPr txBox="1">
            <a:spLocks/>
          </p:cNvSpPr>
          <p:nvPr/>
        </p:nvSpPr>
        <p:spPr>
          <a:xfrm>
            <a:off x="9195583" y="50716"/>
            <a:ext cx="2725614"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4. Proposal</a:t>
            </a:r>
          </a:p>
        </p:txBody>
      </p:sp>
      <p:pic>
        <p:nvPicPr>
          <p:cNvPr id="4" name="Picture 3">
            <a:extLst>
              <a:ext uri="{FF2B5EF4-FFF2-40B4-BE49-F238E27FC236}">
                <a16:creationId xmlns:a16="http://schemas.microsoft.com/office/drawing/2014/main" id="{ABF7BA75-0200-3369-4307-0B9FEB310F03}"/>
              </a:ext>
            </a:extLst>
          </p:cNvPr>
          <p:cNvPicPr>
            <a:picLocks noChangeAspect="1"/>
          </p:cNvPicPr>
          <p:nvPr/>
        </p:nvPicPr>
        <p:blipFill>
          <a:blip r:embed="rId9"/>
          <a:srcRect/>
          <a:stretch/>
        </p:blipFill>
        <p:spPr>
          <a:xfrm>
            <a:off x="1006964" y="6083879"/>
            <a:ext cx="577686" cy="590245"/>
          </a:xfrm>
          <a:prstGeom prst="rect">
            <a:avLst/>
          </a:prstGeom>
        </p:spPr>
      </p:pic>
      <p:sp>
        <p:nvSpPr>
          <p:cNvPr id="6" name="TextBox 5">
            <a:extLst>
              <a:ext uri="{FF2B5EF4-FFF2-40B4-BE49-F238E27FC236}">
                <a16:creationId xmlns:a16="http://schemas.microsoft.com/office/drawing/2014/main" id="{F7E58389-66E3-27EA-CDEE-28118D421765}"/>
              </a:ext>
            </a:extLst>
          </p:cNvPr>
          <p:cNvSpPr txBox="1"/>
          <p:nvPr/>
        </p:nvSpPr>
        <p:spPr>
          <a:xfrm>
            <a:off x="2213152" y="1507058"/>
            <a:ext cx="9350776" cy="892552"/>
          </a:xfrm>
          <a:prstGeom prst="rect">
            <a:avLst/>
          </a:prstGeom>
          <a:noFill/>
        </p:spPr>
        <p:txBody>
          <a:bodyPr wrap="square" lIns="0" tIns="0" rIns="0" bIns="0" rtlCol="0">
            <a:spAutoFit/>
          </a:bodyPr>
          <a:lstStyle/>
          <a:p>
            <a:r>
              <a:rPr lang="en-GB" sz="2400" b="1" dirty="0">
                <a:latin typeface="Corbel" panose="020B0503020204020204" pitchFamily="34" charset="0"/>
              </a:rPr>
              <a:t>Case study: tourism</a:t>
            </a:r>
            <a:r>
              <a:rPr lang="en-GB" sz="2400" b="1" baseline="30000" dirty="0">
                <a:latin typeface="Corbel" panose="020B0503020204020204" pitchFamily="34" charset="0"/>
              </a:rPr>
              <a:t>(because only this data was easily accessible</a:t>
            </a:r>
            <a:r>
              <a:rPr lang="en-GB" sz="2400" b="1" dirty="0">
                <a:latin typeface="Corbel" panose="020B0503020204020204" pitchFamily="34" charset="0"/>
              </a:rPr>
              <a:t> </a:t>
            </a:r>
            <a:r>
              <a:rPr lang="en-GB" sz="2400" b="1" baseline="30000" dirty="0">
                <a:latin typeface="Corbel" panose="020B0503020204020204" pitchFamily="34" charset="0"/>
              </a:rPr>
              <a:t>for download)</a:t>
            </a:r>
          </a:p>
          <a:p>
            <a:endParaRPr lang="en-GB" sz="2000" dirty="0">
              <a:latin typeface="Corbel" panose="020B0503020204020204" pitchFamily="34" charset="0"/>
            </a:endParaRPr>
          </a:p>
          <a:p>
            <a:endParaRPr lang="en-GB" sz="1400" dirty="0">
              <a:latin typeface="Corbel" panose="020B0503020204020204" pitchFamily="34" charset="0"/>
            </a:endParaRPr>
          </a:p>
        </p:txBody>
      </p:sp>
      <p:sp>
        <p:nvSpPr>
          <p:cNvPr id="7" name="TextBox 6">
            <a:extLst>
              <a:ext uri="{FF2B5EF4-FFF2-40B4-BE49-F238E27FC236}">
                <a16:creationId xmlns:a16="http://schemas.microsoft.com/office/drawing/2014/main" id="{EB330351-9102-9910-DDD9-2539DD3B172B}"/>
              </a:ext>
            </a:extLst>
          </p:cNvPr>
          <p:cNvSpPr txBox="1"/>
          <p:nvPr/>
        </p:nvSpPr>
        <p:spPr>
          <a:xfrm>
            <a:off x="2213152" y="1563620"/>
            <a:ext cx="6318340" cy="4216539"/>
          </a:xfrm>
          <a:prstGeom prst="rect">
            <a:avLst/>
          </a:prstGeom>
          <a:noFill/>
        </p:spPr>
        <p:txBody>
          <a:bodyPr wrap="square" lIns="0" tIns="0" rIns="0" bIns="0" rtlCol="0">
            <a:spAutoFit/>
          </a:bodyPr>
          <a:lstStyle/>
          <a:p>
            <a:endParaRPr lang="en-GB" sz="2000" dirty="0">
              <a:latin typeface="Corbel" panose="020B0503020204020204" pitchFamily="34" charset="0"/>
            </a:endParaRPr>
          </a:p>
          <a:p>
            <a:endParaRPr lang="en-GB" sz="2000" dirty="0">
              <a:latin typeface="Corbel" panose="020B0503020204020204" pitchFamily="34" charset="0"/>
            </a:endParaRPr>
          </a:p>
          <a:p>
            <a:r>
              <a:rPr lang="en-GB" sz="2000" dirty="0">
                <a:latin typeface="Corbel" panose="020B0503020204020204" pitchFamily="34" charset="0"/>
              </a:rPr>
              <a:t>From </a:t>
            </a:r>
            <a:r>
              <a:rPr lang="en-GB" sz="2000" dirty="0">
                <a:latin typeface="Corbel" panose="020B0503020204020204" pitchFamily="34" charset="0"/>
                <a:hlinkClick r:id="rId10"/>
              </a:rPr>
              <a:t>Spalding et al. (2017)</a:t>
            </a:r>
            <a:r>
              <a:rPr lang="en-GB" sz="2000" dirty="0">
                <a:latin typeface="Corbel" panose="020B0503020204020204" pitchFamily="34" charset="0"/>
              </a:rPr>
              <a:t>: Mapping the global value and distribution of coral reef tourism</a:t>
            </a:r>
          </a:p>
          <a:p>
            <a:endParaRPr lang="en-GB" sz="2000" dirty="0">
              <a:latin typeface="Corbel" panose="020B0503020204020204" pitchFamily="34" charset="0"/>
            </a:endParaRPr>
          </a:p>
          <a:p>
            <a:pPr marL="342900" indent="-342900">
              <a:buFontTx/>
              <a:buChar char="-"/>
            </a:pPr>
            <a:r>
              <a:rPr lang="en-GB" sz="2000" dirty="0">
                <a:latin typeface="Corbel" panose="020B0503020204020204" pitchFamily="34" charset="0"/>
              </a:rPr>
              <a:t>Used multiple datasets to </a:t>
            </a:r>
            <a:r>
              <a:rPr lang="en-GB" sz="2000" b="1" dirty="0">
                <a:latin typeface="Corbel" panose="020B0503020204020204" pitchFamily="34" charset="0"/>
              </a:rPr>
              <a:t>estimate touristic revenue attributable to reefs</a:t>
            </a:r>
          </a:p>
          <a:p>
            <a:pPr marL="342900" indent="-342900">
              <a:buFontTx/>
              <a:buChar char="-"/>
            </a:pPr>
            <a:r>
              <a:rPr lang="en-GB" sz="2000" dirty="0">
                <a:latin typeface="Corbel" panose="020B0503020204020204" pitchFamily="34" charset="0"/>
              </a:rPr>
              <a:t>Considered </a:t>
            </a:r>
            <a:r>
              <a:rPr lang="en-GB" sz="2000" b="1" dirty="0">
                <a:latin typeface="Corbel" panose="020B0503020204020204" pitchFamily="34" charset="0"/>
              </a:rPr>
              <a:t>direct</a:t>
            </a:r>
            <a:r>
              <a:rPr lang="en-GB" sz="2000" dirty="0">
                <a:latin typeface="Corbel" panose="020B0503020204020204" pitchFamily="34" charset="0"/>
              </a:rPr>
              <a:t> and </a:t>
            </a:r>
            <a:r>
              <a:rPr lang="en-GB" sz="2000" b="1" dirty="0">
                <a:latin typeface="Corbel" panose="020B0503020204020204" pitchFamily="34" charset="0"/>
              </a:rPr>
              <a:t>indirect</a:t>
            </a:r>
            <a:r>
              <a:rPr lang="en-GB" sz="2000" dirty="0">
                <a:latin typeface="Corbel" panose="020B0503020204020204" pitchFamily="34" charset="0"/>
              </a:rPr>
              <a:t> effects</a:t>
            </a:r>
          </a:p>
          <a:p>
            <a:pPr marL="342900" indent="-342900">
              <a:buFontTx/>
              <a:buChar char="-"/>
            </a:pPr>
            <a:r>
              <a:rPr lang="en-GB" sz="2000" dirty="0">
                <a:latin typeface="Corbel" panose="020B0503020204020204" pitchFamily="34" charset="0"/>
              </a:rPr>
              <a:t>Key findings:</a:t>
            </a:r>
          </a:p>
          <a:p>
            <a:pPr marL="800100" lvl="1" indent="-342900">
              <a:buFontTx/>
              <a:buChar char="-"/>
            </a:pPr>
            <a:r>
              <a:rPr lang="en-GB" sz="2000" dirty="0">
                <a:latin typeface="Corbel" panose="020B0503020204020204" pitchFamily="34" charset="0"/>
              </a:rPr>
              <a:t>Global value of USD36 billion per year</a:t>
            </a:r>
          </a:p>
          <a:p>
            <a:pPr marL="800100" lvl="1" indent="-342900">
              <a:buFontTx/>
              <a:buChar char="-"/>
            </a:pPr>
            <a:r>
              <a:rPr lang="en-GB" sz="2000" dirty="0">
                <a:latin typeface="Corbel" panose="020B0503020204020204" pitchFamily="34" charset="0"/>
              </a:rPr>
              <a:t>Very high-value reefs are found in 70% of coral reef jurisdictions</a:t>
            </a:r>
          </a:p>
          <a:p>
            <a:pPr marL="800100" lvl="1" indent="-342900">
              <a:buFontTx/>
              <a:buChar char="-"/>
            </a:pPr>
            <a:r>
              <a:rPr lang="en-GB" sz="2000" dirty="0">
                <a:latin typeface="Corbel" panose="020B0503020204020204" pitchFamily="34" charset="0"/>
              </a:rPr>
              <a:t>~70% of reefs had zero touristic-attributable revenue</a:t>
            </a:r>
          </a:p>
          <a:p>
            <a:endParaRPr lang="en-GB" sz="1400" dirty="0">
              <a:latin typeface="Corbel" panose="020B0503020204020204" pitchFamily="34" charset="0"/>
            </a:endParaRPr>
          </a:p>
        </p:txBody>
      </p:sp>
    </p:spTree>
    <p:extLst>
      <p:ext uri="{BB962C8B-B14F-4D97-AF65-F5344CB8AC3E}">
        <p14:creationId xmlns:p14="http://schemas.microsoft.com/office/powerpoint/2010/main" val="309186879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5AF10-1891-B70E-1D2F-11CF9668FC6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A603964-E291-C3A0-7C2E-DC626209574B}"/>
              </a:ext>
            </a:extLst>
          </p:cNvPr>
          <p:cNvSpPr/>
          <p:nvPr/>
        </p:nvSpPr>
        <p:spPr>
          <a:xfrm>
            <a:off x="1674636" y="4331670"/>
            <a:ext cx="10395671" cy="2526330"/>
          </a:xfrm>
          <a:prstGeom prst="rect">
            <a:avLst/>
          </a:prstGeom>
          <a:gradFill>
            <a:gsLst>
              <a:gs pos="43000">
                <a:schemeClr val="bg1"/>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descr="Fig. 1">
            <a:extLst>
              <a:ext uri="{FF2B5EF4-FFF2-40B4-BE49-F238E27FC236}">
                <a16:creationId xmlns:a16="http://schemas.microsoft.com/office/drawing/2014/main" id="{5FF8ABDC-A296-9214-A7DC-79C62BEA4B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4145" y="2107222"/>
            <a:ext cx="2767113" cy="380214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Scuba divers under water&#10;&#10;AI-generated content may be incorrect.">
            <a:extLst>
              <a:ext uri="{FF2B5EF4-FFF2-40B4-BE49-F238E27FC236}">
                <a16:creationId xmlns:a16="http://schemas.microsoft.com/office/drawing/2014/main" id="{BE10864C-B9E5-8C67-8CF1-C8E9AED86C7C}"/>
              </a:ext>
            </a:extLst>
          </p:cNvPr>
          <p:cNvPicPr>
            <a:picLocks noGrp="1" noRot="1" noChangeAspect="1" noMove="1" noResize="1" noEditPoints="1" noAdjustHandles="1" noChangeArrowheads="1" noChangeShapeType="1" noCrop="1"/>
          </p:cNvPicPr>
          <p:nvPr/>
        </p:nvPicPr>
        <p:blipFill>
          <a:blip r:embed="rId4" cstate="screen">
            <a:extLst>
              <a:ext uri="{BEBA8EAE-BF5A-486C-A8C5-ECC9F3942E4B}">
                <a14:imgProps xmlns:a14="http://schemas.microsoft.com/office/drawing/2010/main">
                  <a14:imgLayer r:embed="rId5">
                    <a14:imgEffect>
                      <a14:brightnessContrast bright="-60000"/>
                    </a14:imgEffect>
                  </a14:imgLayer>
                </a14:imgProps>
              </a:ext>
              <a:ext uri="{28A0092B-C50C-407E-A947-70E740481C1C}">
                <a14:useLocalDpi xmlns:a14="http://schemas.microsoft.com/office/drawing/2010/main"/>
              </a:ext>
            </a:extLst>
          </a:blip>
          <a:srcRect/>
          <a:stretch/>
        </p:blipFill>
        <p:spPr>
          <a:xfrm>
            <a:off x="1" y="-3750"/>
            <a:ext cx="1591982" cy="6858000"/>
          </a:xfrm>
          <a:prstGeom prst="rect">
            <a:avLst/>
          </a:prstGeom>
        </p:spPr>
      </p:pic>
      <p:pic>
        <p:nvPicPr>
          <p:cNvPr id="10" name="Picture 9" descr="Scuba divers under water&#10;&#10;AI-generated content may be incorrect.">
            <a:extLst>
              <a:ext uri="{FF2B5EF4-FFF2-40B4-BE49-F238E27FC236}">
                <a16:creationId xmlns:a16="http://schemas.microsoft.com/office/drawing/2014/main" id="{CC9383D4-AB3F-5F8F-F0EC-6EE489582A43}"/>
              </a:ext>
            </a:extLst>
          </p:cNvPr>
          <p:cNvPicPr>
            <a:picLocks noGrp="1" noRot="1" noChangeAspect="1" noMove="1" noResize="1" noEditPoints="1" noAdjustHandles="1" noChangeArrowheads="1" noChangeShapeType="1" noCrop="1"/>
          </p:cNvPicPr>
          <p:nvPr/>
        </p:nvPicPr>
        <p:blipFill>
          <a:blip r:embed="rId6" cstate="screen">
            <a:extLst>
              <a:ext uri="{BEBA8EAE-BF5A-486C-A8C5-ECC9F3942E4B}">
                <a14:imgProps xmlns:a14="http://schemas.microsoft.com/office/drawing/2010/main">
                  <a14:imgLayer r:embed="rId7">
                    <a14:imgEffect>
                      <a14:brightnessContrast bright="-60000"/>
                    </a14:imgEffect>
                  </a14:imgLayer>
                </a14:imgProps>
              </a:ext>
              <a:ext uri="{28A0092B-C50C-407E-A947-70E740481C1C}">
                <a14:useLocalDpi xmlns:a14="http://schemas.microsoft.com/office/drawing/2010/main"/>
              </a:ext>
            </a:extLst>
          </a:blip>
          <a:srcRect/>
          <a:stretch/>
        </p:blipFill>
        <p:spPr>
          <a:xfrm>
            <a:off x="-15" y="0"/>
            <a:ext cx="12192011" cy="671089"/>
          </a:xfrm>
          <a:prstGeom prst="rect">
            <a:avLst/>
          </a:prstGeom>
        </p:spPr>
      </p:pic>
      <p:cxnSp>
        <p:nvCxnSpPr>
          <p:cNvPr id="32" name="Straight Connector 31">
            <a:extLst>
              <a:ext uri="{FF2B5EF4-FFF2-40B4-BE49-F238E27FC236}">
                <a16:creationId xmlns:a16="http://schemas.microsoft.com/office/drawing/2014/main" id="{56D0023F-54FA-2702-F780-EF5392904C0D}"/>
              </a:ext>
            </a:extLst>
          </p:cNvPr>
          <p:cNvCxnSpPr>
            <a:cxnSpLocks noGrp="1" noRot="1" noMove="1" noResize="1" noEditPoints="1" noAdjustHandles="1" noChangeArrowheads="1" noChangeShapeType="1"/>
          </p:cNvCxnSpPr>
          <p:nvPr/>
        </p:nvCxnSpPr>
        <p:spPr>
          <a:xfrm>
            <a:off x="-3" y="657106"/>
            <a:ext cx="12192003" cy="0"/>
          </a:xfrm>
          <a:prstGeom prst="line">
            <a:avLst/>
          </a:prstGeom>
          <a:ln w="53975">
            <a:gradFill>
              <a:gsLst>
                <a:gs pos="50000">
                  <a:srgbClr val="EE3C34"/>
                </a:gs>
                <a:gs pos="100000">
                  <a:srgbClr val="EE3C34"/>
                </a:gs>
                <a:gs pos="0">
                  <a:srgbClr val="EE3C34">
                    <a:alpha val="0"/>
                  </a:srgbClr>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1" name="Right Triangle 20">
            <a:extLst>
              <a:ext uri="{FF2B5EF4-FFF2-40B4-BE49-F238E27FC236}">
                <a16:creationId xmlns:a16="http://schemas.microsoft.com/office/drawing/2014/main" id="{29565C13-5A22-D602-884D-3E7C9AA8AB50}"/>
              </a:ext>
            </a:extLst>
          </p:cNvPr>
          <p:cNvSpPr>
            <a:spLocks noGrp="1" noRot="1" noMove="1" noResize="1" noEditPoints="1" noAdjustHandles="1" noChangeArrowheads="1" noChangeShapeType="1"/>
          </p:cNvSpPr>
          <p:nvPr/>
        </p:nvSpPr>
        <p:spPr>
          <a:xfrm flipH="1">
            <a:off x="0" y="5309760"/>
            <a:ext cx="1591982" cy="1548239"/>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4E4DDC0-F06F-A0B8-285A-0648C467579D}"/>
              </a:ext>
            </a:extLst>
          </p:cNvPr>
          <p:cNvSpPr txBox="1">
            <a:spLocks/>
          </p:cNvSpPr>
          <p:nvPr/>
        </p:nvSpPr>
        <p:spPr>
          <a:xfrm>
            <a:off x="228600" y="50716"/>
            <a:ext cx="2725615" cy="523220"/>
          </a:xfrm>
          <a:prstGeom prst="rect">
            <a:avLst/>
          </a:prstGeom>
          <a:noFill/>
        </p:spPr>
        <p:txBody>
          <a:bodyPr wrap="square" rtlCol="0">
            <a:spAutoFit/>
          </a:bodyPr>
          <a:lstStyle/>
          <a:p>
            <a:r>
              <a:rPr lang="en-US" sz="2800" b="1" dirty="0">
                <a:solidFill>
                  <a:srgbClr val="E7EBEE"/>
                </a:solidFill>
                <a:latin typeface="Corbel" panose="020B0503020204020204" pitchFamily="34" charset="0"/>
                <a:ea typeface="Verdana" panose="020B0604030504040204" pitchFamily="34" charset="0"/>
                <a:cs typeface="Beirut" pitchFamily="2" charset="-78"/>
              </a:rPr>
              <a:t>1. </a:t>
            </a:r>
            <a:r>
              <a:rPr lang="en-US" sz="2800" b="1" dirty="0">
                <a:solidFill>
                  <a:schemeClr val="bg1"/>
                </a:solidFill>
                <a:latin typeface="Corbel" panose="020B0503020204020204" pitchFamily="34" charset="0"/>
                <a:ea typeface="Verdana" panose="020B0604030504040204" pitchFamily="34" charset="0"/>
                <a:cs typeface="Beirut" pitchFamily="2" charset="-78"/>
              </a:rPr>
              <a:t>Overview</a:t>
            </a:r>
          </a:p>
        </p:txBody>
      </p:sp>
      <p:sp>
        <p:nvSpPr>
          <p:cNvPr id="18" name="TextBox 17">
            <a:extLst>
              <a:ext uri="{FF2B5EF4-FFF2-40B4-BE49-F238E27FC236}">
                <a16:creationId xmlns:a16="http://schemas.microsoft.com/office/drawing/2014/main" id="{165E222C-D7F9-0E79-5F20-FE159B4F99D9}"/>
              </a:ext>
            </a:extLst>
          </p:cNvPr>
          <p:cNvSpPr txBox="1">
            <a:spLocks/>
          </p:cNvSpPr>
          <p:nvPr/>
        </p:nvSpPr>
        <p:spPr>
          <a:xfrm>
            <a:off x="3231381" y="50716"/>
            <a:ext cx="2233795"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2. Economics </a:t>
            </a:r>
            <a:endParaRPr lang="en-US" sz="2800" b="1" dirty="0">
              <a:solidFill>
                <a:srgbClr val="FFC000"/>
              </a:solidFill>
              <a:latin typeface="Corbel" panose="020B0503020204020204" pitchFamily="34" charset="0"/>
              <a:ea typeface="Verdana" panose="020B0604030504040204" pitchFamily="34" charset="0"/>
              <a:cs typeface="Beirut" pitchFamily="2" charset="-78"/>
            </a:endParaRPr>
          </a:p>
        </p:txBody>
      </p:sp>
      <p:sp>
        <p:nvSpPr>
          <p:cNvPr id="22" name="TextBox 21">
            <a:extLst>
              <a:ext uri="{FF2B5EF4-FFF2-40B4-BE49-F238E27FC236}">
                <a16:creationId xmlns:a16="http://schemas.microsoft.com/office/drawing/2014/main" id="{E521D655-CF4F-638F-D93B-4604E3E0E8F9}"/>
              </a:ext>
            </a:extLst>
          </p:cNvPr>
          <p:cNvSpPr txBox="1">
            <a:spLocks/>
          </p:cNvSpPr>
          <p:nvPr/>
        </p:nvSpPr>
        <p:spPr>
          <a:xfrm>
            <a:off x="6349628" y="50716"/>
            <a:ext cx="3297580"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3. </a:t>
            </a:r>
            <a:r>
              <a:rPr lang="en-US" sz="2800" b="1" dirty="0">
                <a:solidFill>
                  <a:srgbClr val="FFC000"/>
                </a:solidFill>
                <a:latin typeface="Corbel" panose="020B0503020204020204" pitchFamily="34" charset="0"/>
                <a:ea typeface="Verdana" panose="020B0604030504040204" pitchFamily="34" charset="0"/>
                <a:cs typeface="Beirut" pitchFamily="2" charset="-78"/>
              </a:rPr>
              <a:t>Tourism</a:t>
            </a:r>
          </a:p>
        </p:txBody>
      </p:sp>
      <p:sp>
        <p:nvSpPr>
          <p:cNvPr id="12" name="TextBox 11">
            <a:extLst>
              <a:ext uri="{FF2B5EF4-FFF2-40B4-BE49-F238E27FC236}">
                <a16:creationId xmlns:a16="http://schemas.microsoft.com/office/drawing/2014/main" id="{11D568EC-4A16-7010-12E6-18759FEE2F83}"/>
              </a:ext>
            </a:extLst>
          </p:cNvPr>
          <p:cNvSpPr txBox="1"/>
          <p:nvPr/>
        </p:nvSpPr>
        <p:spPr>
          <a:xfrm>
            <a:off x="8006195" y="6097879"/>
            <a:ext cx="3474026" cy="738664"/>
          </a:xfrm>
          <a:prstGeom prst="rect">
            <a:avLst/>
          </a:prstGeom>
          <a:noFill/>
        </p:spPr>
        <p:txBody>
          <a:bodyPr wrap="square" rtlCol="0">
            <a:spAutoFit/>
          </a:bodyPr>
          <a:lstStyle/>
          <a:p>
            <a:pPr algn="r"/>
            <a:r>
              <a:rPr lang="en-US" sz="1400" b="1" dirty="0">
                <a:latin typeface="Corbel" panose="020B0503020204020204" pitchFamily="34" charset="0"/>
                <a:ea typeface="Verdana" panose="020B0604030504040204" pitchFamily="34" charset="0"/>
                <a:cs typeface="Beirut" pitchFamily="2" charset="-78"/>
              </a:rPr>
              <a:t>Orlando Timmerman</a:t>
            </a:r>
          </a:p>
          <a:p>
            <a:pPr algn="r"/>
            <a:r>
              <a:rPr lang="en-US" sz="1400" b="1" dirty="0">
                <a:latin typeface="Corbel" panose="020B0503020204020204" pitchFamily="34" charset="0"/>
                <a:ea typeface="Verdana" panose="020B0604030504040204" pitchFamily="34" charset="0"/>
                <a:cs typeface="Beirut" pitchFamily="2" charset="-78"/>
              </a:rPr>
              <a:t>Department of Earth Sciences</a:t>
            </a:r>
          </a:p>
          <a:p>
            <a:pPr algn="r"/>
            <a:r>
              <a:rPr lang="en-US" sz="1400" b="1" dirty="0" err="1">
                <a:latin typeface="Corbel" panose="020B0503020204020204" pitchFamily="34" charset="0"/>
                <a:ea typeface="Verdana" panose="020B0604030504040204" pitchFamily="34" charset="0"/>
                <a:cs typeface="Beirut" pitchFamily="2" charset="-78"/>
              </a:rPr>
              <a:t>Calcifiers</a:t>
            </a:r>
            <a:r>
              <a:rPr lang="en-US" sz="1400" b="1" dirty="0">
                <a:latin typeface="Corbel" panose="020B0503020204020204" pitchFamily="34" charset="0"/>
                <a:ea typeface="Verdana" panose="020B0604030504040204" pitchFamily="34" charset="0"/>
                <a:cs typeface="Beirut" pitchFamily="2" charset="-78"/>
              </a:rPr>
              <a:t> Group Meeting | 30.10.25</a:t>
            </a:r>
          </a:p>
        </p:txBody>
      </p:sp>
      <p:pic>
        <p:nvPicPr>
          <p:cNvPr id="2" name="Picture 16" descr="University of Cambridge Logo PNG Transparent &amp; SVG Vector - Freebie Supply">
            <a:extLst>
              <a:ext uri="{FF2B5EF4-FFF2-40B4-BE49-F238E27FC236}">
                <a16:creationId xmlns:a16="http://schemas.microsoft.com/office/drawing/2014/main" id="{95D2A702-3E86-24A9-6169-25EA4D8E8E4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563928" y="6149159"/>
            <a:ext cx="506380" cy="636104"/>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AA9D5A23-3430-3EA8-1AB8-FF06E3789B34}"/>
              </a:ext>
            </a:extLst>
          </p:cNvPr>
          <p:cNvSpPr txBox="1">
            <a:spLocks/>
          </p:cNvSpPr>
          <p:nvPr/>
        </p:nvSpPr>
        <p:spPr>
          <a:xfrm>
            <a:off x="9195583" y="50716"/>
            <a:ext cx="2725614"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4. Proposal</a:t>
            </a:r>
          </a:p>
        </p:txBody>
      </p:sp>
      <p:pic>
        <p:nvPicPr>
          <p:cNvPr id="4" name="Picture 3">
            <a:extLst>
              <a:ext uri="{FF2B5EF4-FFF2-40B4-BE49-F238E27FC236}">
                <a16:creationId xmlns:a16="http://schemas.microsoft.com/office/drawing/2014/main" id="{B0819D88-5E58-7090-5FB4-56ACDF4778E3}"/>
              </a:ext>
            </a:extLst>
          </p:cNvPr>
          <p:cNvPicPr>
            <a:picLocks noChangeAspect="1"/>
          </p:cNvPicPr>
          <p:nvPr/>
        </p:nvPicPr>
        <p:blipFill>
          <a:blip r:embed="rId9"/>
          <a:srcRect/>
          <a:stretch/>
        </p:blipFill>
        <p:spPr>
          <a:xfrm>
            <a:off x="1006964" y="6083879"/>
            <a:ext cx="577686" cy="590245"/>
          </a:xfrm>
          <a:prstGeom prst="rect">
            <a:avLst/>
          </a:prstGeom>
        </p:spPr>
      </p:pic>
      <p:sp>
        <p:nvSpPr>
          <p:cNvPr id="6" name="TextBox 5">
            <a:extLst>
              <a:ext uri="{FF2B5EF4-FFF2-40B4-BE49-F238E27FC236}">
                <a16:creationId xmlns:a16="http://schemas.microsoft.com/office/drawing/2014/main" id="{89218396-3E93-491D-01B7-6B3D8FB8CDF9}"/>
              </a:ext>
            </a:extLst>
          </p:cNvPr>
          <p:cNvSpPr txBox="1"/>
          <p:nvPr/>
        </p:nvSpPr>
        <p:spPr>
          <a:xfrm>
            <a:off x="2213152" y="1507058"/>
            <a:ext cx="9350776" cy="892552"/>
          </a:xfrm>
          <a:prstGeom prst="rect">
            <a:avLst/>
          </a:prstGeom>
          <a:noFill/>
        </p:spPr>
        <p:txBody>
          <a:bodyPr wrap="square" lIns="0" tIns="0" rIns="0" bIns="0" rtlCol="0">
            <a:spAutoFit/>
          </a:bodyPr>
          <a:lstStyle/>
          <a:p>
            <a:r>
              <a:rPr lang="en-GB" sz="2400" b="1" dirty="0">
                <a:latin typeface="Corbel" panose="020B0503020204020204" pitchFamily="34" charset="0"/>
              </a:rPr>
              <a:t>Case study: tourism</a:t>
            </a:r>
            <a:r>
              <a:rPr lang="en-GB" sz="2400" b="1" baseline="30000" dirty="0">
                <a:latin typeface="Corbel" panose="020B0503020204020204" pitchFamily="34" charset="0"/>
              </a:rPr>
              <a:t>(because only this data was easily accessible</a:t>
            </a:r>
            <a:r>
              <a:rPr lang="en-GB" sz="2400" b="1" dirty="0">
                <a:latin typeface="Corbel" panose="020B0503020204020204" pitchFamily="34" charset="0"/>
              </a:rPr>
              <a:t> </a:t>
            </a:r>
            <a:r>
              <a:rPr lang="en-GB" sz="2400" b="1" baseline="30000" dirty="0">
                <a:latin typeface="Corbel" panose="020B0503020204020204" pitchFamily="34" charset="0"/>
              </a:rPr>
              <a:t>for download)</a:t>
            </a:r>
          </a:p>
          <a:p>
            <a:endParaRPr lang="en-GB" sz="2000" dirty="0">
              <a:latin typeface="Corbel" panose="020B0503020204020204" pitchFamily="34" charset="0"/>
            </a:endParaRPr>
          </a:p>
          <a:p>
            <a:endParaRPr lang="en-GB" sz="1400" dirty="0">
              <a:latin typeface="Corbel" panose="020B0503020204020204" pitchFamily="34" charset="0"/>
            </a:endParaRPr>
          </a:p>
        </p:txBody>
      </p:sp>
      <p:sp>
        <p:nvSpPr>
          <p:cNvPr id="7" name="TextBox 6">
            <a:extLst>
              <a:ext uri="{FF2B5EF4-FFF2-40B4-BE49-F238E27FC236}">
                <a16:creationId xmlns:a16="http://schemas.microsoft.com/office/drawing/2014/main" id="{B6809AC7-F6E8-5CED-3B68-D8D0E0F97668}"/>
              </a:ext>
            </a:extLst>
          </p:cNvPr>
          <p:cNvSpPr txBox="1"/>
          <p:nvPr/>
        </p:nvSpPr>
        <p:spPr>
          <a:xfrm>
            <a:off x="2213152" y="1563620"/>
            <a:ext cx="6318340" cy="4216539"/>
          </a:xfrm>
          <a:prstGeom prst="rect">
            <a:avLst/>
          </a:prstGeom>
          <a:noFill/>
        </p:spPr>
        <p:txBody>
          <a:bodyPr wrap="square" lIns="0" tIns="0" rIns="0" bIns="0" rtlCol="0">
            <a:spAutoFit/>
          </a:bodyPr>
          <a:lstStyle/>
          <a:p>
            <a:endParaRPr lang="en-GB" sz="2000" dirty="0">
              <a:latin typeface="Corbel" panose="020B0503020204020204" pitchFamily="34" charset="0"/>
            </a:endParaRPr>
          </a:p>
          <a:p>
            <a:endParaRPr lang="en-GB" sz="2000" dirty="0">
              <a:latin typeface="Corbel" panose="020B0503020204020204" pitchFamily="34" charset="0"/>
            </a:endParaRPr>
          </a:p>
          <a:p>
            <a:r>
              <a:rPr lang="en-GB" sz="2000" dirty="0">
                <a:latin typeface="Corbel" panose="020B0503020204020204" pitchFamily="34" charset="0"/>
              </a:rPr>
              <a:t>From </a:t>
            </a:r>
            <a:r>
              <a:rPr lang="en-GB" sz="2000" dirty="0">
                <a:latin typeface="Corbel" panose="020B0503020204020204" pitchFamily="34" charset="0"/>
                <a:hlinkClick r:id="rId10"/>
              </a:rPr>
              <a:t>Spalding et al. (2017)</a:t>
            </a:r>
            <a:r>
              <a:rPr lang="en-GB" sz="2000" dirty="0">
                <a:latin typeface="Corbel" panose="020B0503020204020204" pitchFamily="34" charset="0"/>
              </a:rPr>
              <a:t>: Mapping the global value and distribution of coral reef tourism</a:t>
            </a:r>
          </a:p>
          <a:p>
            <a:endParaRPr lang="en-GB" sz="2000" dirty="0">
              <a:latin typeface="Corbel" panose="020B0503020204020204" pitchFamily="34" charset="0"/>
            </a:endParaRPr>
          </a:p>
          <a:p>
            <a:pPr marL="342900" indent="-342900">
              <a:buFontTx/>
              <a:buChar char="-"/>
            </a:pPr>
            <a:r>
              <a:rPr lang="en-GB" sz="2000" dirty="0">
                <a:latin typeface="Corbel" panose="020B0503020204020204" pitchFamily="34" charset="0"/>
              </a:rPr>
              <a:t>Used multiple datasets to </a:t>
            </a:r>
            <a:r>
              <a:rPr lang="en-GB" sz="2000" b="1" dirty="0">
                <a:latin typeface="Corbel" panose="020B0503020204020204" pitchFamily="34" charset="0"/>
              </a:rPr>
              <a:t>estimate touristic revenue attributable to reefs</a:t>
            </a:r>
          </a:p>
          <a:p>
            <a:pPr marL="342900" indent="-342900">
              <a:buFontTx/>
              <a:buChar char="-"/>
            </a:pPr>
            <a:r>
              <a:rPr lang="en-GB" sz="2000" dirty="0">
                <a:latin typeface="Corbel" panose="020B0503020204020204" pitchFamily="34" charset="0"/>
              </a:rPr>
              <a:t>Considered </a:t>
            </a:r>
            <a:r>
              <a:rPr lang="en-GB" sz="2000" b="1" dirty="0">
                <a:latin typeface="Corbel" panose="020B0503020204020204" pitchFamily="34" charset="0"/>
              </a:rPr>
              <a:t>direct</a:t>
            </a:r>
            <a:r>
              <a:rPr lang="en-GB" sz="2000" dirty="0">
                <a:latin typeface="Corbel" panose="020B0503020204020204" pitchFamily="34" charset="0"/>
              </a:rPr>
              <a:t> and </a:t>
            </a:r>
            <a:r>
              <a:rPr lang="en-GB" sz="2000" b="1" dirty="0">
                <a:latin typeface="Corbel" panose="020B0503020204020204" pitchFamily="34" charset="0"/>
              </a:rPr>
              <a:t>indirect</a:t>
            </a:r>
            <a:r>
              <a:rPr lang="en-GB" sz="2000" dirty="0">
                <a:latin typeface="Corbel" panose="020B0503020204020204" pitchFamily="34" charset="0"/>
              </a:rPr>
              <a:t> effects</a:t>
            </a:r>
          </a:p>
          <a:p>
            <a:pPr marL="342900" indent="-342900">
              <a:buFontTx/>
              <a:buChar char="-"/>
            </a:pPr>
            <a:r>
              <a:rPr lang="en-GB" sz="2000" dirty="0">
                <a:latin typeface="Corbel" panose="020B0503020204020204" pitchFamily="34" charset="0"/>
              </a:rPr>
              <a:t>Key findings:</a:t>
            </a:r>
          </a:p>
          <a:p>
            <a:pPr marL="800100" lvl="1" indent="-342900">
              <a:buFontTx/>
              <a:buChar char="-"/>
            </a:pPr>
            <a:r>
              <a:rPr lang="en-GB" sz="2000" dirty="0">
                <a:latin typeface="Corbel" panose="020B0503020204020204" pitchFamily="34" charset="0"/>
              </a:rPr>
              <a:t>Global value of USD36 billion per year</a:t>
            </a:r>
          </a:p>
          <a:p>
            <a:pPr marL="800100" lvl="1" indent="-342900">
              <a:buFontTx/>
              <a:buChar char="-"/>
            </a:pPr>
            <a:r>
              <a:rPr lang="en-GB" sz="2000" dirty="0">
                <a:latin typeface="Corbel" panose="020B0503020204020204" pitchFamily="34" charset="0"/>
              </a:rPr>
              <a:t>Very high-value reefs are found in 70% of coral reef jurisdictions</a:t>
            </a:r>
          </a:p>
          <a:p>
            <a:pPr marL="800100" lvl="1" indent="-342900">
              <a:buFontTx/>
              <a:buChar char="-"/>
            </a:pPr>
            <a:r>
              <a:rPr lang="en-GB" sz="2000" dirty="0">
                <a:latin typeface="Corbel" panose="020B0503020204020204" pitchFamily="34" charset="0"/>
              </a:rPr>
              <a:t>~70% of reefs had zero touristic-attributable revenue</a:t>
            </a:r>
          </a:p>
          <a:p>
            <a:endParaRPr lang="en-GB" sz="1400" dirty="0">
              <a:latin typeface="Corbel" panose="020B0503020204020204" pitchFamily="34" charset="0"/>
            </a:endParaRPr>
          </a:p>
        </p:txBody>
      </p:sp>
      <p:pic>
        <p:nvPicPr>
          <p:cNvPr id="11" name="Picture 10" descr="A map of a city&#10;&#10;AI-generated content may be incorrect.">
            <a:extLst>
              <a:ext uri="{FF2B5EF4-FFF2-40B4-BE49-F238E27FC236}">
                <a16:creationId xmlns:a16="http://schemas.microsoft.com/office/drawing/2014/main" id="{D99FD05E-2E51-D2C2-7D7F-5B2544234614}"/>
              </a:ext>
            </a:extLst>
          </p:cNvPr>
          <p:cNvPicPr>
            <a:picLocks noChangeAspect="1"/>
          </p:cNvPicPr>
          <p:nvPr/>
        </p:nvPicPr>
        <p:blipFill>
          <a:blip r:embed="rId11"/>
          <a:stretch>
            <a:fillRect/>
          </a:stretch>
        </p:blipFill>
        <p:spPr>
          <a:xfrm>
            <a:off x="2670087" y="5600174"/>
            <a:ext cx="5761388" cy="1097969"/>
          </a:xfrm>
          <a:prstGeom prst="rect">
            <a:avLst/>
          </a:prstGeom>
        </p:spPr>
      </p:pic>
    </p:spTree>
    <p:extLst>
      <p:ext uri="{BB962C8B-B14F-4D97-AF65-F5344CB8AC3E}">
        <p14:creationId xmlns:p14="http://schemas.microsoft.com/office/powerpoint/2010/main" val="413459217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5DFCD-03BB-1940-034D-B15A24B2A7A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1839557A-0AC6-A316-3E44-915695AB7DDE}"/>
              </a:ext>
            </a:extLst>
          </p:cNvPr>
          <p:cNvSpPr/>
          <p:nvPr/>
        </p:nvSpPr>
        <p:spPr>
          <a:xfrm>
            <a:off x="1590930" y="702951"/>
            <a:ext cx="10395671" cy="2526330"/>
          </a:xfrm>
          <a:prstGeom prst="rect">
            <a:avLst/>
          </a:prstGeom>
          <a:gradFill>
            <a:gsLst>
              <a:gs pos="43000">
                <a:schemeClr val="bg1"/>
              </a:gs>
              <a:gs pos="0">
                <a:schemeClr val="bg1">
                  <a:alpha val="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descr="Fig. 1">
            <a:extLst>
              <a:ext uri="{FF2B5EF4-FFF2-40B4-BE49-F238E27FC236}">
                <a16:creationId xmlns:a16="http://schemas.microsoft.com/office/drawing/2014/main" id="{05CDD608-85E2-CEFD-CC93-49E67213ED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0457" y="877065"/>
            <a:ext cx="6328542" cy="869570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BBB1D751-BCAD-ECE5-BBF5-4D47F6C444BD}"/>
              </a:ext>
            </a:extLst>
          </p:cNvPr>
          <p:cNvSpPr/>
          <p:nvPr/>
        </p:nvSpPr>
        <p:spPr>
          <a:xfrm>
            <a:off x="1674636" y="4996206"/>
            <a:ext cx="10395671" cy="1861794"/>
          </a:xfrm>
          <a:prstGeom prst="rect">
            <a:avLst/>
          </a:prstGeom>
          <a:gradFill>
            <a:gsLst>
              <a:gs pos="43000">
                <a:schemeClr val="bg1"/>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Scuba divers under water&#10;&#10;AI-generated content may be incorrect.">
            <a:extLst>
              <a:ext uri="{FF2B5EF4-FFF2-40B4-BE49-F238E27FC236}">
                <a16:creationId xmlns:a16="http://schemas.microsoft.com/office/drawing/2014/main" id="{113249E7-1BF1-7F4F-DE58-688FD64215E0}"/>
              </a:ext>
            </a:extLst>
          </p:cNvPr>
          <p:cNvPicPr>
            <a:picLocks noGrp="1" noRot="1" noChangeAspect="1" noMove="1" noResize="1" noEditPoints="1" noAdjustHandles="1" noChangeArrowheads="1" noChangeShapeType="1" noCrop="1"/>
          </p:cNvPicPr>
          <p:nvPr/>
        </p:nvPicPr>
        <p:blipFill>
          <a:blip r:embed="rId4" cstate="screen">
            <a:extLst>
              <a:ext uri="{BEBA8EAE-BF5A-486C-A8C5-ECC9F3942E4B}">
                <a14:imgProps xmlns:a14="http://schemas.microsoft.com/office/drawing/2010/main">
                  <a14:imgLayer r:embed="rId5">
                    <a14:imgEffect>
                      <a14:brightnessContrast bright="-60000"/>
                    </a14:imgEffect>
                  </a14:imgLayer>
                </a14:imgProps>
              </a:ext>
              <a:ext uri="{28A0092B-C50C-407E-A947-70E740481C1C}">
                <a14:useLocalDpi xmlns:a14="http://schemas.microsoft.com/office/drawing/2010/main"/>
              </a:ext>
            </a:extLst>
          </a:blip>
          <a:srcRect/>
          <a:stretch/>
        </p:blipFill>
        <p:spPr>
          <a:xfrm>
            <a:off x="1" y="-3750"/>
            <a:ext cx="1591982" cy="6858000"/>
          </a:xfrm>
          <a:prstGeom prst="rect">
            <a:avLst/>
          </a:prstGeom>
        </p:spPr>
      </p:pic>
      <p:pic>
        <p:nvPicPr>
          <p:cNvPr id="10" name="Picture 9" descr="Scuba divers under water&#10;&#10;AI-generated content may be incorrect.">
            <a:extLst>
              <a:ext uri="{FF2B5EF4-FFF2-40B4-BE49-F238E27FC236}">
                <a16:creationId xmlns:a16="http://schemas.microsoft.com/office/drawing/2014/main" id="{A51A584B-437E-0228-C619-674A9E7246A9}"/>
              </a:ext>
            </a:extLst>
          </p:cNvPr>
          <p:cNvPicPr>
            <a:picLocks noGrp="1" noRot="1" noChangeAspect="1" noMove="1" noResize="1" noEditPoints="1" noAdjustHandles="1" noChangeArrowheads="1" noChangeShapeType="1" noCrop="1"/>
          </p:cNvPicPr>
          <p:nvPr/>
        </p:nvPicPr>
        <p:blipFill>
          <a:blip r:embed="rId6" cstate="screen">
            <a:extLst>
              <a:ext uri="{BEBA8EAE-BF5A-486C-A8C5-ECC9F3942E4B}">
                <a14:imgProps xmlns:a14="http://schemas.microsoft.com/office/drawing/2010/main">
                  <a14:imgLayer r:embed="rId7">
                    <a14:imgEffect>
                      <a14:brightnessContrast bright="-60000"/>
                    </a14:imgEffect>
                  </a14:imgLayer>
                </a14:imgProps>
              </a:ext>
              <a:ext uri="{28A0092B-C50C-407E-A947-70E740481C1C}">
                <a14:useLocalDpi xmlns:a14="http://schemas.microsoft.com/office/drawing/2010/main"/>
              </a:ext>
            </a:extLst>
          </a:blip>
          <a:srcRect/>
          <a:stretch/>
        </p:blipFill>
        <p:spPr>
          <a:xfrm>
            <a:off x="-15" y="0"/>
            <a:ext cx="12192011" cy="671089"/>
          </a:xfrm>
          <a:prstGeom prst="rect">
            <a:avLst/>
          </a:prstGeom>
        </p:spPr>
      </p:pic>
      <p:cxnSp>
        <p:nvCxnSpPr>
          <p:cNvPr id="32" name="Straight Connector 31">
            <a:extLst>
              <a:ext uri="{FF2B5EF4-FFF2-40B4-BE49-F238E27FC236}">
                <a16:creationId xmlns:a16="http://schemas.microsoft.com/office/drawing/2014/main" id="{656E2361-C13A-84DD-BA44-E942B267ACFA}"/>
              </a:ext>
            </a:extLst>
          </p:cNvPr>
          <p:cNvCxnSpPr>
            <a:cxnSpLocks noGrp="1" noRot="1" noMove="1" noResize="1" noEditPoints="1" noAdjustHandles="1" noChangeArrowheads="1" noChangeShapeType="1"/>
          </p:cNvCxnSpPr>
          <p:nvPr/>
        </p:nvCxnSpPr>
        <p:spPr>
          <a:xfrm>
            <a:off x="-3" y="657106"/>
            <a:ext cx="12192003" cy="0"/>
          </a:xfrm>
          <a:prstGeom prst="line">
            <a:avLst/>
          </a:prstGeom>
          <a:ln w="53975">
            <a:gradFill>
              <a:gsLst>
                <a:gs pos="50000">
                  <a:srgbClr val="EE3C34"/>
                </a:gs>
                <a:gs pos="100000">
                  <a:srgbClr val="EE3C34"/>
                </a:gs>
                <a:gs pos="0">
                  <a:srgbClr val="EE3C34">
                    <a:alpha val="0"/>
                  </a:srgbClr>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1" name="Right Triangle 20">
            <a:extLst>
              <a:ext uri="{FF2B5EF4-FFF2-40B4-BE49-F238E27FC236}">
                <a16:creationId xmlns:a16="http://schemas.microsoft.com/office/drawing/2014/main" id="{3274B7D3-C7DA-58B1-243F-B58580887468}"/>
              </a:ext>
            </a:extLst>
          </p:cNvPr>
          <p:cNvSpPr>
            <a:spLocks noGrp="1" noRot="1" noMove="1" noResize="1" noEditPoints="1" noAdjustHandles="1" noChangeArrowheads="1" noChangeShapeType="1"/>
          </p:cNvSpPr>
          <p:nvPr/>
        </p:nvSpPr>
        <p:spPr>
          <a:xfrm flipH="1">
            <a:off x="0" y="5309760"/>
            <a:ext cx="1591982" cy="1548239"/>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6A36BC5-9E04-0EEB-E373-260D3AEAD060}"/>
              </a:ext>
            </a:extLst>
          </p:cNvPr>
          <p:cNvSpPr txBox="1">
            <a:spLocks/>
          </p:cNvSpPr>
          <p:nvPr/>
        </p:nvSpPr>
        <p:spPr>
          <a:xfrm>
            <a:off x="228600" y="50716"/>
            <a:ext cx="2725615" cy="523220"/>
          </a:xfrm>
          <a:prstGeom prst="rect">
            <a:avLst/>
          </a:prstGeom>
          <a:noFill/>
        </p:spPr>
        <p:txBody>
          <a:bodyPr wrap="square" rtlCol="0">
            <a:spAutoFit/>
          </a:bodyPr>
          <a:lstStyle/>
          <a:p>
            <a:r>
              <a:rPr lang="en-US" sz="2800" b="1" dirty="0">
                <a:solidFill>
                  <a:srgbClr val="E7EBEE"/>
                </a:solidFill>
                <a:latin typeface="Corbel" panose="020B0503020204020204" pitchFamily="34" charset="0"/>
                <a:ea typeface="Verdana" panose="020B0604030504040204" pitchFamily="34" charset="0"/>
                <a:cs typeface="Beirut" pitchFamily="2" charset="-78"/>
              </a:rPr>
              <a:t>1. </a:t>
            </a:r>
            <a:r>
              <a:rPr lang="en-US" sz="2800" b="1" dirty="0">
                <a:solidFill>
                  <a:schemeClr val="bg1"/>
                </a:solidFill>
                <a:latin typeface="Corbel" panose="020B0503020204020204" pitchFamily="34" charset="0"/>
                <a:ea typeface="Verdana" panose="020B0604030504040204" pitchFamily="34" charset="0"/>
                <a:cs typeface="Beirut" pitchFamily="2" charset="-78"/>
              </a:rPr>
              <a:t>Overview</a:t>
            </a:r>
          </a:p>
        </p:txBody>
      </p:sp>
      <p:sp>
        <p:nvSpPr>
          <p:cNvPr id="18" name="TextBox 17">
            <a:extLst>
              <a:ext uri="{FF2B5EF4-FFF2-40B4-BE49-F238E27FC236}">
                <a16:creationId xmlns:a16="http://schemas.microsoft.com/office/drawing/2014/main" id="{0CA1B157-61C0-B2A0-E97C-E23D54E25845}"/>
              </a:ext>
            </a:extLst>
          </p:cNvPr>
          <p:cNvSpPr txBox="1">
            <a:spLocks/>
          </p:cNvSpPr>
          <p:nvPr/>
        </p:nvSpPr>
        <p:spPr>
          <a:xfrm>
            <a:off x="3231381" y="50716"/>
            <a:ext cx="2233795"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2. Economics </a:t>
            </a:r>
            <a:endParaRPr lang="en-US" sz="2800" b="1" dirty="0">
              <a:solidFill>
                <a:srgbClr val="FFC000"/>
              </a:solidFill>
              <a:latin typeface="Corbel" panose="020B0503020204020204" pitchFamily="34" charset="0"/>
              <a:ea typeface="Verdana" panose="020B0604030504040204" pitchFamily="34" charset="0"/>
              <a:cs typeface="Beirut" pitchFamily="2" charset="-78"/>
            </a:endParaRPr>
          </a:p>
        </p:txBody>
      </p:sp>
      <p:sp>
        <p:nvSpPr>
          <p:cNvPr id="22" name="TextBox 21">
            <a:extLst>
              <a:ext uri="{FF2B5EF4-FFF2-40B4-BE49-F238E27FC236}">
                <a16:creationId xmlns:a16="http://schemas.microsoft.com/office/drawing/2014/main" id="{DAB95ADE-FCE3-15DE-2D3A-97DAC2EBEF23}"/>
              </a:ext>
            </a:extLst>
          </p:cNvPr>
          <p:cNvSpPr txBox="1">
            <a:spLocks/>
          </p:cNvSpPr>
          <p:nvPr/>
        </p:nvSpPr>
        <p:spPr>
          <a:xfrm>
            <a:off x="6349628" y="50716"/>
            <a:ext cx="3297580"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3. </a:t>
            </a:r>
            <a:r>
              <a:rPr lang="en-US" sz="2800" b="1" dirty="0">
                <a:solidFill>
                  <a:srgbClr val="FFC000"/>
                </a:solidFill>
                <a:latin typeface="Corbel" panose="020B0503020204020204" pitchFamily="34" charset="0"/>
                <a:ea typeface="Verdana" panose="020B0604030504040204" pitchFamily="34" charset="0"/>
                <a:cs typeface="Beirut" pitchFamily="2" charset="-78"/>
              </a:rPr>
              <a:t>Tourism</a:t>
            </a:r>
          </a:p>
        </p:txBody>
      </p:sp>
      <p:sp>
        <p:nvSpPr>
          <p:cNvPr id="12" name="TextBox 11">
            <a:extLst>
              <a:ext uri="{FF2B5EF4-FFF2-40B4-BE49-F238E27FC236}">
                <a16:creationId xmlns:a16="http://schemas.microsoft.com/office/drawing/2014/main" id="{DA9F97BA-E3DD-E7E4-94A6-D45551BF074D}"/>
              </a:ext>
            </a:extLst>
          </p:cNvPr>
          <p:cNvSpPr txBox="1"/>
          <p:nvPr/>
        </p:nvSpPr>
        <p:spPr>
          <a:xfrm>
            <a:off x="8006195" y="6097879"/>
            <a:ext cx="3474026" cy="738664"/>
          </a:xfrm>
          <a:prstGeom prst="rect">
            <a:avLst/>
          </a:prstGeom>
          <a:noFill/>
        </p:spPr>
        <p:txBody>
          <a:bodyPr wrap="square" rtlCol="0">
            <a:spAutoFit/>
          </a:bodyPr>
          <a:lstStyle/>
          <a:p>
            <a:pPr algn="r"/>
            <a:r>
              <a:rPr lang="en-US" sz="1400" b="1" dirty="0">
                <a:latin typeface="Corbel" panose="020B0503020204020204" pitchFamily="34" charset="0"/>
                <a:ea typeface="Verdana" panose="020B0604030504040204" pitchFamily="34" charset="0"/>
                <a:cs typeface="Beirut" pitchFamily="2" charset="-78"/>
              </a:rPr>
              <a:t>Orlando Timmerman</a:t>
            </a:r>
          </a:p>
          <a:p>
            <a:pPr algn="r"/>
            <a:r>
              <a:rPr lang="en-US" sz="1400" b="1" dirty="0">
                <a:latin typeface="Corbel" panose="020B0503020204020204" pitchFamily="34" charset="0"/>
                <a:ea typeface="Verdana" panose="020B0604030504040204" pitchFamily="34" charset="0"/>
                <a:cs typeface="Beirut" pitchFamily="2" charset="-78"/>
              </a:rPr>
              <a:t>Department of Earth Sciences</a:t>
            </a:r>
          </a:p>
          <a:p>
            <a:pPr algn="r"/>
            <a:r>
              <a:rPr lang="en-US" sz="1400" b="1" dirty="0" err="1">
                <a:latin typeface="Corbel" panose="020B0503020204020204" pitchFamily="34" charset="0"/>
                <a:ea typeface="Verdana" panose="020B0604030504040204" pitchFamily="34" charset="0"/>
                <a:cs typeface="Beirut" pitchFamily="2" charset="-78"/>
              </a:rPr>
              <a:t>Calcifiers</a:t>
            </a:r>
            <a:r>
              <a:rPr lang="en-US" sz="1400" b="1" dirty="0">
                <a:latin typeface="Corbel" panose="020B0503020204020204" pitchFamily="34" charset="0"/>
                <a:ea typeface="Verdana" panose="020B0604030504040204" pitchFamily="34" charset="0"/>
                <a:cs typeface="Beirut" pitchFamily="2" charset="-78"/>
              </a:rPr>
              <a:t> Group Meeting | 30.10.25</a:t>
            </a:r>
          </a:p>
        </p:txBody>
      </p:sp>
      <p:pic>
        <p:nvPicPr>
          <p:cNvPr id="2" name="Picture 16" descr="University of Cambridge Logo PNG Transparent &amp; SVG Vector - Freebie Supply">
            <a:extLst>
              <a:ext uri="{FF2B5EF4-FFF2-40B4-BE49-F238E27FC236}">
                <a16:creationId xmlns:a16="http://schemas.microsoft.com/office/drawing/2014/main" id="{70E7AD5B-F90F-19D5-D73B-207BA6DC5B5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563928" y="6149159"/>
            <a:ext cx="506380" cy="636104"/>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F973607E-F564-DD95-D5D7-2975E64A048B}"/>
              </a:ext>
            </a:extLst>
          </p:cNvPr>
          <p:cNvSpPr txBox="1">
            <a:spLocks/>
          </p:cNvSpPr>
          <p:nvPr/>
        </p:nvSpPr>
        <p:spPr>
          <a:xfrm>
            <a:off x="9195583" y="50716"/>
            <a:ext cx="2725614"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4. Proposal</a:t>
            </a:r>
          </a:p>
        </p:txBody>
      </p:sp>
      <p:pic>
        <p:nvPicPr>
          <p:cNvPr id="9" name="Picture 8">
            <a:extLst>
              <a:ext uri="{FF2B5EF4-FFF2-40B4-BE49-F238E27FC236}">
                <a16:creationId xmlns:a16="http://schemas.microsoft.com/office/drawing/2014/main" id="{6976BC11-EDBE-6191-5A60-82C2C413AC98}"/>
              </a:ext>
            </a:extLst>
          </p:cNvPr>
          <p:cNvPicPr>
            <a:picLocks noChangeAspect="1"/>
          </p:cNvPicPr>
          <p:nvPr/>
        </p:nvPicPr>
        <p:blipFill>
          <a:blip r:embed="rId9"/>
          <a:srcRect/>
          <a:stretch/>
        </p:blipFill>
        <p:spPr>
          <a:xfrm>
            <a:off x="1006964" y="6083879"/>
            <a:ext cx="577686" cy="590245"/>
          </a:xfrm>
          <a:prstGeom prst="rect">
            <a:avLst/>
          </a:prstGeom>
        </p:spPr>
      </p:pic>
    </p:spTree>
    <p:extLst>
      <p:ext uri="{BB962C8B-B14F-4D97-AF65-F5344CB8AC3E}">
        <p14:creationId xmlns:p14="http://schemas.microsoft.com/office/powerpoint/2010/main" val="408005959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CE348-2865-5B52-CD0A-3D562EC8FCEE}"/>
            </a:ext>
          </a:extLst>
        </p:cNvPr>
        <p:cNvGrpSpPr/>
        <p:nvPr/>
      </p:nvGrpSpPr>
      <p:grpSpPr>
        <a:xfrm>
          <a:off x="0" y="0"/>
          <a:ext cx="0" cy="0"/>
          <a:chOff x="0" y="0"/>
          <a:chExt cx="0" cy="0"/>
        </a:xfrm>
      </p:grpSpPr>
      <p:pic>
        <p:nvPicPr>
          <p:cNvPr id="5122" name="Picture 2" descr="Fig. 1">
            <a:extLst>
              <a:ext uri="{FF2B5EF4-FFF2-40B4-BE49-F238E27FC236}">
                <a16:creationId xmlns:a16="http://schemas.microsoft.com/office/drawing/2014/main" id="{6F3DDEDD-5A4A-0A64-1729-72CFB54D7D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9511" y="-1837708"/>
            <a:ext cx="6328542" cy="8695708"/>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F9627ADD-381A-0FEC-D3E5-55BAC2901B28}"/>
              </a:ext>
            </a:extLst>
          </p:cNvPr>
          <p:cNvSpPr/>
          <p:nvPr/>
        </p:nvSpPr>
        <p:spPr>
          <a:xfrm rot="10800000">
            <a:off x="1674636" y="699370"/>
            <a:ext cx="10395671" cy="2729630"/>
          </a:xfrm>
          <a:prstGeom prst="rect">
            <a:avLst/>
          </a:prstGeom>
          <a:gradFill>
            <a:gsLst>
              <a:gs pos="43000">
                <a:schemeClr val="bg1"/>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Scuba divers under water&#10;&#10;AI-generated content may be incorrect.">
            <a:extLst>
              <a:ext uri="{FF2B5EF4-FFF2-40B4-BE49-F238E27FC236}">
                <a16:creationId xmlns:a16="http://schemas.microsoft.com/office/drawing/2014/main" id="{B92DDB16-2A8B-2A95-C41B-E9DB33DF3981}"/>
              </a:ext>
            </a:extLst>
          </p:cNvPr>
          <p:cNvPicPr>
            <a:picLocks noGrp="1" noRot="1" noChangeAspect="1" noMove="1" noResize="1" noEditPoints="1" noAdjustHandles="1" noChangeArrowheads="1" noChangeShapeType="1" noCrop="1"/>
          </p:cNvPicPr>
          <p:nvPr/>
        </p:nvPicPr>
        <p:blipFill>
          <a:blip r:embed="rId4" cstate="screen">
            <a:extLst>
              <a:ext uri="{BEBA8EAE-BF5A-486C-A8C5-ECC9F3942E4B}">
                <a14:imgProps xmlns:a14="http://schemas.microsoft.com/office/drawing/2010/main">
                  <a14:imgLayer r:embed="rId5">
                    <a14:imgEffect>
                      <a14:brightnessContrast bright="-60000"/>
                    </a14:imgEffect>
                  </a14:imgLayer>
                </a14:imgProps>
              </a:ext>
              <a:ext uri="{28A0092B-C50C-407E-A947-70E740481C1C}">
                <a14:useLocalDpi xmlns:a14="http://schemas.microsoft.com/office/drawing/2010/main"/>
              </a:ext>
            </a:extLst>
          </a:blip>
          <a:srcRect/>
          <a:stretch/>
        </p:blipFill>
        <p:spPr>
          <a:xfrm>
            <a:off x="1" y="-3750"/>
            <a:ext cx="1591982" cy="6858000"/>
          </a:xfrm>
          <a:prstGeom prst="rect">
            <a:avLst/>
          </a:prstGeom>
        </p:spPr>
      </p:pic>
      <p:pic>
        <p:nvPicPr>
          <p:cNvPr id="10" name="Picture 9" descr="Scuba divers under water&#10;&#10;AI-generated content may be incorrect.">
            <a:extLst>
              <a:ext uri="{FF2B5EF4-FFF2-40B4-BE49-F238E27FC236}">
                <a16:creationId xmlns:a16="http://schemas.microsoft.com/office/drawing/2014/main" id="{B645684E-16BF-7CD4-68DE-8E9460A74064}"/>
              </a:ext>
            </a:extLst>
          </p:cNvPr>
          <p:cNvPicPr>
            <a:picLocks noGrp="1" noRot="1" noChangeAspect="1" noMove="1" noResize="1" noEditPoints="1" noAdjustHandles="1" noChangeArrowheads="1" noChangeShapeType="1" noCrop="1"/>
          </p:cNvPicPr>
          <p:nvPr/>
        </p:nvPicPr>
        <p:blipFill>
          <a:blip r:embed="rId6" cstate="screen">
            <a:extLst>
              <a:ext uri="{BEBA8EAE-BF5A-486C-A8C5-ECC9F3942E4B}">
                <a14:imgProps xmlns:a14="http://schemas.microsoft.com/office/drawing/2010/main">
                  <a14:imgLayer r:embed="rId7">
                    <a14:imgEffect>
                      <a14:brightnessContrast bright="-60000"/>
                    </a14:imgEffect>
                  </a14:imgLayer>
                </a14:imgProps>
              </a:ext>
              <a:ext uri="{28A0092B-C50C-407E-A947-70E740481C1C}">
                <a14:useLocalDpi xmlns:a14="http://schemas.microsoft.com/office/drawing/2010/main"/>
              </a:ext>
            </a:extLst>
          </a:blip>
          <a:srcRect/>
          <a:stretch/>
        </p:blipFill>
        <p:spPr>
          <a:xfrm>
            <a:off x="-15" y="0"/>
            <a:ext cx="12192011" cy="671089"/>
          </a:xfrm>
          <a:prstGeom prst="rect">
            <a:avLst/>
          </a:prstGeom>
        </p:spPr>
      </p:pic>
      <p:cxnSp>
        <p:nvCxnSpPr>
          <p:cNvPr id="32" name="Straight Connector 31">
            <a:extLst>
              <a:ext uri="{FF2B5EF4-FFF2-40B4-BE49-F238E27FC236}">
                <a16:creationId xmlns:a16="http://schemas.microsoft.com/office/drawing/2014/main" id="{C6371E5C-1A85-B94E-5C0A-E41B5351AF46}"/>
              </a:ext>
            </a:extLst>
          </p:cNvPr>
          <p:cNvCxnSpPr>
            <a:cxnSpLocks noGrp="1" noRot="1" noMove="1" noResize="1" noEditPoints="1" noAdjustHandles="1" noChangeArrowheads="1" noChangeShapeType="1"/>
          </p:cNvCxnSpPr>
          <p:nvPr/>
        </p:nvCxnSpPr>
        <p:spPr>
          <a:xfrm>
            <a:off x="-3" y="657106"/>
            <a:ext cx="12192003" cy="0"/>
          </a:xfrm>
          <a:prstGeom prst="line">
            <a:avLst/>
          </a:prstGeom>
          <a:ln w="53975">
            <a:gradFill>
              <a:gsLst>
                <a:gs pos="50000">
                  <a:srgbClr val="EE3C34"/>
                </a:gs>
                <a:gs pos="100000">
                  <a:srgbClr val="EE3C34"/>
                </a:gs>
                <a:gs pos="0">
                  <a:srgbClr val="EE3C34">
                    <a:alpha val="0"/>
                  </a:srgbClr>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1" name="Right Triangle 20">
            <a:extLst>
              <a:ext uri="{FF2B5EF4-FFF2-40B4-BE49-F238E27FC236}">
                <a16:creationId xmlns:a16="http://schemas.microsoft.com/office/drawing/2014/main" id="{912A505B-23C3-3C40-FAA1-A1A2144BADF6}"/>
              </a:ext>
            </a:extLst>
          </p:cNvPr>
          <p:cNvSpPr>
            <a:spLocks noGrp="1" noRot="1" noMove="1" noResize="1" noEditPoints="1" noAdjustHandles="1" noChangeArrowheads="1" noChangeShapeType="1"/>
          </p:cNvSpPr>
          <p:nvPr/>
        </p:nvSpPr>
        <p:spPr>
          <a:xfrm flipH="1">
            <a:off x="0" y="5309760"/>
            <a:ext cx="1591982" cy="1548239"/>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936EEB2-0446-A0D8-0345-C1244BADC08C}"/>
              </a:ext>
            </a:extLst>
          </p:cNvPr>
          <p:cNvSpPr txBox="1">
            <a:spLocks/>
          </p:cNvSpPr>
          <p:nvPr/>
        </p:nvSpPr>
        <p:spPr>
          <a:xfrm>
            <a:off x="228600" y="50716"/>
            <a:ext cx="2725615" cy="523220"/>
          </a:xfrm>
          <a:prstGeom prst="rect">
            <a:avLst/>
          </a:prstGeom>
          <a:noFill/>
        </p:spPr>
        <p:txBody>
          <a:bodyPr wrap="square" rtlCol="0">
            <a:spAutoFit/>
          </a:bodyPr>
          <a:lstStyle/>
          <a:p>
            <a:r>
              <a:rPr lang="en-US" sz="2800" b="1" dirty="0">
                <a:solidFill>
                  <a:srgbClr val="E7EBEE"/>
                </a:solidFill>
                <a:latin typeface="Corbel" panose="020B0503020204020204" pitchFamily="34" charset="0"/>
                <a:ea typeface="Verdana" panose="020B0604030504040204" pitchFamily="34" charset="0"/>
                <a:cs typeface="Beirut" pitchFamily="2" charset="-78"/>
              </a:rPr>
              <a:t>1. </a:t>
            </a:r>
            <a:r>
              <a:rPr lang="en-US" sz="2800" b="1" dirty="0">
                <a:solidFill>
                  <a:schemeClr val="bg1"/>
                </a:solidFill>
                <a:latin typeface="Corbel" panose="020B0503020204020204" pitchFamily="34" charset="0"/>
                <a:ea typeface="Verdana" panose="020B0604030504040204" pitchFamily="34" charset="0"/>
                <a:cs typeface="Beirut" pitchFamily="2" charset="-78"/>
              </a:rPr>
              <a:t>Overview</a:t>
            </a:r>
          </a:p>
        </p:txBody>
      </p:sp>
      <p:sp>
        <p:nvSpPr>
          <p:cNvPr id="18" name="TextBox 17">
            <a:extLst>
              <a:ext uri="{FF2B5EF4-FFF2-40B4-BE49-F238E27FC236}">
                <a16:creationId xmlns:a16="http://schemas.microsoft.com/office/drawing/2014/main" id="{8AA56C17-4313-BF3D-D944-595FA24442B4}"/>
              </a:ext>
            </a:extLst>
          </p:cNvPr>
          <p:cNvSpPr txBox="1">
            <a:spLocks/>
          </p:cNvSpPr>
          <p:nvPr/>
        </p:nvSpPr>
        <p:spPr>
          <a:xfrm>
            <a:off x="3231381" y="50716"/>
            <a:ext cx="2233795"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2. Economics </a:t>
            </a:r>
            <a:endParaRPr lang="en-US" sz="2800" b="1" dirty="0">
              <a:solidFill>
                <a:srgbClr val="FFC000"/>
              </a:solidFill>
              <a:latin typeface="Corbel" panose="020B0503020204020204" pitchFamily="34" charset="0"/>
              <a:ea typeface="Verdana" panose="020B0604030504040204" pitchFamily="34" charset="0"/>
              <a:cs typeface="Beirut" pitchFamily="2" charset="-78"/>
            </a:endParaRPr>
          </a:p>
        </p:txBody>
      </p:sp>
      <p:sp>
        <p:nvSpPr>
          <p:cNvPr id="22" name="TextBox 21">
            <a:extLst>
              <a:ext uri="{FF2B5EF4-FFF2-40B4-BE49-F238E27FC236}">
                <a16:creationId xmlns:a16="http://schemas.microsoft.com/office/drawing/2014/main" id="{EBA951A7-00E8-0B9D-71FC-F0D5DC8D2B4A}"/>
              </a:ext>
            </a:extLst>
          </p:cNvPr>
          <p:cNvSpPr txBox="1">
            <a:spLocks/>
          </p:cNvSpPr>
          <p:nvPr/>
        </p:nvSpPr>
        <p:spPr>
          <a:xfrm>
            <a:off x="6349628" y="50716"/>
            <a:ext cx="3297580"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3. </a:t>
            </a:r>
            <a:r>
              <a:rPr lang="en-US" sz="2800" b="1" dirty="0">
                <a:solidFill>
                  <a:srgbClr val="FFC000"/>
                </a:solidFill>
                <a:latin typeface="Corbel" panose="020B0503020204020204" pitchFamily="34" charset="0"/>
                <a:ea typeface="Verdana" panose="020B0604030504040204" pitchFamily="34" charset="0"/>
                <a:cs typeface="Beirut" pitchFamily="2" charset="-78"/>
              </a:rPr>
              <a:t>Tourism</a:t>
            </a:r>
          </a:p>
        </p:txBody>
      </p:sp>
      <p:sp>
        <p:nvSpPr>
          <p:cNvPr id="12" name="TextBox 11">
            <a:extLst>
              <a:ext uri="{FF2B5EF4-FFF2-40B4-BE49-F238E27FC236}">
                <a16:creationId xmlns:a16="http://schemas.microsoft.com/office/drawing/2014/main" id="{05551A3E-A0DE-C4A0-7C7D-F6DB18B9B1F8}"/>
              </a:ext>
            </a:extLst>
          </p:cNvPr>
          <p:cNvSpPr txBox="1"/>
          <p:nvPr/>
        </p:nvSpPr>
        <p:spPr>
          <a:xfrm>
            <a:off x="8006195" y="6097879"/>
            <a:ext cx="3474026" cy="738664"/>
          </a:xfrm>
          <a:prstGeom prst="rect">
            <a:avLst/>
          </a:prstGeom>
          <a:noFill/>
        </p:spPr>
        <p:txBody>
          <a:bodyPr wrap="square" rtlCol="0">
            <a:spAutoFit/>
          </a:bodyPr>
          <a:lstStyle/>
          <a:p>
            <a:pPr algn="r"/>
            <a:r>
              <a:rPr lang="en-US" sz="1400" b="1" dirty="0">
                <a:latin typeface="Corbel" panose="020B0503020204020204" pitchFamily="34" charset="0"/>
                <a:ea typeface="Verdana" panose="020B0604030504040204" pitchFamily="34" charset="0"/>
                <a:cs typeface="Beirut" pitchFamily="2" charset="-78"/>
              </a:rPr>
              <a:t>Orlando Timmerman</a:t>
            </a:r>
          </a:p>
          <a:p>
            <a:pPr algn="r"/>
            <a:r>
              <a:rPr lang="en-US" sz="1400" b="1" dirty="0">
                <a:latin typeface="Corbel" panose="020B0503020204020204" pitchFamily="34" charset="0"/>
                <a:ea typeface="Verdana" panose="020B0604030504040204" pitchFamily="34" charset="0"/>
                <a:cs typeface="Beirut" pitchFamily="2" charset="-78"/>
              </a:rPr>
              <a:t>Department of Earth Sciences</a:t>
            </a:r>
          </a:p>
          <a:p>
            <a:pPr algn="r"/>
            <a:r>
              <a:rPr lang="en-US" sz="1400" b="1" dirty="0" err="1">
                <a:latin typeface="Corbel" panose="020B0503020204020204" pitchFamily="34" charset="0"/>
                <a:ea typeface="Verdana" panose="020B0604030504040204" pitchFamily="34" charset="0"/>
                <a:cs typeface="Beirut" pitchFamily="2" charset="-78"/>
              </a:rPr>
              <a:t>Calcifiers</a:t>
            </a:r>
            <a:r>
              <a:rPr lang="en-US" sz="1400" b="1" dirty="0">
                <a:latin typeface="Corbel" panose="020B0503020204020204" pitchFamily="34" charset="0"/>
                <a:ea typeface="Verdana" panose="020B0604030504040204" pitchFamily="34" charset="0"/>
                <a:cs typeface="Beirut" pitchFamily="2" charset="-78"/>
              </a:rPr>
              <a:t> Group Meeting | 30.10.25</a:t>
            </a:r>
          </a:p>
        </p:txBody>
      </p:sp>
      <p:pic>
        <p:nvPicPr>
          <p:cNvPr id="2" name="Picture 16" descr="University of Cambridge Logo PNG Transparent &amp; SVG Vector - Freebie Supply">
            <a:extLst>
              <a:ext uri="{FF2B5EF4-FFF2-40B4-BE49-F238E27FC236}">
                <a16:creationId xmlns:a16="http://schemas.microsoft.com/office/drawing/2014/main" id="{C1B6A84E-6A84-4C38-72BB-C00C64E0CCE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563928" y="6149159"/>
            <a:ext cx="506380" cy="636104"/>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3A180643-3910-7D4A-CAAE-D6F09ADF3DF6}"/>
              </a:ext>
            </a:extLst>
          </p:cNvPr>
          <p:cNvSpPr txBox="1">
            <a:spLocks/>
          </p:cNvSpPr>
          <p:nvPr/>
        </p:nvSpPr>
        <p:spPr>
          <a:xfrm>
            <a:off x="9195583" y="50716"/>
            <a:ext cx="2725614"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4. Proposal</a:t>
            </a:r>
          </a:p>
        </p:txBody>
      </p:sp>
      <p:pic>
        <p:nvPicPr>
          <p:cNvPr id="11" name="Picture 10">
            <a:extLst>
              <a:ext uri="{FF2B5EF4-FFF2-40B4-BE49-F238E27FC236}">
                <a16:creationId xmlns:a16="http://schemas.microsoft.com/office/drawing/2014/main" id="{5A3E4266-FDBB-7485-4FB7-428C3F07B062}"/>
              </a:ext>
            </a:extLst>
          </p:cNvPr>
          <p:cNvPicPr>
            <a:picLocks noChangeAspect="1"/>
          </p:cNvPicPr>
          <p:nvPr/>
        </p:nvPicPr>
        <p:blipFill>
          <a:blip r:embed="rId9"/>
          <a:srcRect/>
          <a:stretch/>
        </p:blipFill>
        <p:spPr>
          <a:xfrm>
            <a:off x="1006964" y="6083879"/>
            <a:ext cx="577686" cy="590245"/>
          </a:xfrm>
          <a:prstGeom prst="rect">
            <a:avLst/>
          </a:prstGeom>
        </p:spPr>
      </p:pic>
    </p:spTree>
    <p:extLst>
      <p:ext uri="{BB962C8B-B14F-4D97-AF65-F5344CB8AC3E}">
        <p14:creationId xmlns:p14="http://schemas.microsoft.com/office/powerpoint/2010/main" val="337362564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DD0E2-4B67-B855-F8AC-590026D67AAE}"/>
            </a:ext>
          </a:extLst>
        </p:cNvPr>
        <p:cNvGrpSpPr/>
        <p:nvPr/>
      </p:nvGrpSpPr>
      <p:grpSpPr>
        <a:xfrm>
          <a:off x="0" y="0"/>
          <a:ext cx="0" cy="0"/>
          <a:chOff x="0" y="0"/>
          <a:chExt cx="0" cy="0"/>
        </a:xfrm>
      </p:grpSpPr>
      <p:pic>
        <p:nvPicPr>
          <p:cNvPr id="8" name="Picture 7" descr="Scuba divers under water&#10;&#10;AI-generated content may be incorrect.">
            <a:extLst>
              <a:ext uri="{FF2B5EF4-FFF2-40B4-BE49-F238E27FC236}">
                <a16:creationId xmlns:a16="http://schemas.microsoft.com/office/drawing/2014/main" id="{70EB9C7F-06C3-AE4B-6D49-FA7C10D0F390}"/>
              </a:ext>
            </a:extLst>
          </p:cNvPr>
          <p:cNvPicPr>
            <a:picLocks noGrp="1" noRot="1" noChangeAspect="1" noMove="1" noResize="1" noEditPoints="1" noAdjustHandles="1" noChangeArrowheads="1" noChangeShapeType="1" noCrop="1"/>
          </p:cNvPicPr>
          <p:nvPr/>
        </p:nvPicPr>
        <p:blipFill>
          <a:blip r:embed="rId3" cstate="screen">
            <a:extLst>
              <a:ext uri="{BEBA8EAE-BF5A-486C-A8C5-ECC9F3942E4B}">
                <a14:imgProps xmlns:a14="http://schemas.microsoft.com/office/drawing/2010/main">
                  <a14:imgLayer r:embed="rId4">
                    <a14:imgEffect>
                      <a14:brightnessContrast bright="-60000"/>
                    </a14:imgEffect>
                  </a14:imgLayer>
                </a14:imgProps>
              </a:ext>
              <a:ext uri="{28A0092B-C50C-407E-A947-70E740481C1C}">
                <a14:useLocalDpi xmlns:a14="http://schemas.microsoft.com/office/drawing/2010/main"/>
              </a:ext>
            </a:extLst>
          </a:blip>
          <a:srcRect/>
          <a:stretch/>
        </p:blipFill>
        <p:spPr>
          <a:xfrm>
            <a:off x="1" y="-3750"/>
            <a:ext cx="1591982" cy="6858000"/>
          </a:xfrm>
          <a:prstGeom prst="rect">
            <a:avLst/>
          </a:prstGeom>
        </p:spPr>
      </p:pic>
      <p:pic>
        <p:nvPicPr>
          <p:cNvPr id="10" name="Picture 9" descr="Scuba divers under water&#10;&#10;AI-generated content may be incorrect.">
            <a:extLst>
              <a:ext uri="{FF2B5EF4-FFF2-40B4-BE49-F238E27FC236}">
                <a16:creationId xmlns:a16="http://schemas.microsoft.com/office/drawing/2014/main" id="{75FBDF5E-6BC8-5478-AE89-171C1028649A}"/>
              </a:ext>
            </a:extLst>
          </p:cNvPr>
          <p:cNvPicPr>
            <a:picLocks noGrp="1" noRot="1" noChangeAspect="1" noMove="1" noResize="1" noEditPoints="1" noAdjustHandles="1" noChangeArrowheads="1" noChangeShapeType="1" noCrop="1"/>
          </p:cNvPicPr>
          <p:nvPr/>
        </p:nvPicPr>
        <p:blipFill>
          <a:blip r:embed="rId5" cstate="screen">
            <a:extLst>
              <a:ext uri="{BEBA8EAE-BF5A-486C-A8C5-ECC9F3942E4B}">
                <a14:imgProps xmlns:a14="http://schemas.microsoft.com/office/drawing/2010/main">
                  <a14:imgLayer r:embed="rId6">
                    <a14:imgEffect>
                      <a14:brightnessContrast bright="-60000"/>
                    </a14:imgEffect>
                  </a14:imgLayer>
                </a14:imgProps>
              </a:ext>
              <a:ext uri="{28A0092B-C50C-407E-A947-70E740481C1C}">
                <a14:useLocalDpi xmlns:a14="http://schemas.microsoft.com/office/drawing/2010/main"/>
              </a:ext>
            </a:extLst>
          </a:blip>
          <a:srcRect/>
          <a:stretch/>
        </p:blipFill>
        <p:spPr>
          <a:xfrm>
            <a:off x="-15" y="0"/>
            <a:ext cx="12192011" cy="671089"/>
          </a:xfrm>
          <a:prstGeom prst="rect">
            <a:avLst/>
          </a:prstGeom>
        </p:spPr>
      </p:pic>
      <p:cxnSp>
        <p:nvCxnSpPr>
          <p:cNvPr id="32" name="Straight Connector 31">
            <a:extLst>
              <a:ext uri="{FF2B5EF4-FFF2-40B4-BE49-F238E27FC236}">
                <a16:creationId xmlns:a16="http://schemas.microsoft.com/office/drawing/2014/main" id="{E81B748E-5037-A011-9ACC-686E9F27B412}"/>
              </a:ext>
            </a:extLst>
          </p:cNvPr>
          <p:cNvCxnSpPr>
            <a:cxnSpLocks noGrp="1" noRot="1" noMove="1" noResize="1" noEditPoints="1" noAdjustHandles="1" noChangeArrowheads="1" noChangeShapeType="1"/>
          </p:cNvCxnSpPr>
          <p:nvPr/>
        </p:nvCxnSpPr>
        <p:spPr>
          <a:xfrm>
            <a:off x="-3" y="657106"/>
            <a:ext cx="12192003" cy="0"/>
          </a:xfrm>
          <a:prstGeom prst="line">
            <a:avLst/>
          </a:prstGeom>
          <a:ln w="53975">
            <a:gradFill>
              <a:gsLst>
                <a:gs pos="50000">
                  <a:srgbClr val="EE3C34"/>
                </a:gs>
                <a:gs pos="100000">
                  <a:srgbClr val="EE3C34"/>
                </a:gs>
                <a:gs pos="0">
                  <a:srgbClr val="EE3C34">
                    <a:alpha val="0"/>
                  </a:srgbClr>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1" name="Right Triangle 20">
            <a:extLst>
              <a:ext uri="{FF2B5EF4-FFF2-40B4-BE49-F238E27FC236}">
                <a16:creationId xmlns:a16="http://schemas.microsoft.com/office/drawing/2014/main" id="{EEDE225F-75C4-F306-10A1-7EAF5AAC1280}"/>
              </a:ext>
            </a:extLst>
          </p:cNvPr>
          <p:cNvSpPr>
            <a:spLocks noGrp="1" noRot="1" noMove="1" noResize="1" noEditPoints="1" noAdjustHandles="1" noChangeArrowheads="1" noChangeShapeType="1"/>
          </p:cNvSpPr>
          <p:nvPr/>
        </p:nvSpPr>
        <p:spPr>
          <a:xfrm flipH="1">
            <a:off x="0" y="5309760"/>
            <a:ext cx="1591982" cy="1548239"/>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8252182-C465-0045-FE14-ACA1F02E2F85}"/>
              </a:ext>
            </a:extLst>
          </p:cNvPr>
          <p:cNvSpPr txBox="1">
            <a:spLocks/>
          </p:cNvSpPr>
          <p:nvPr/>
        </p:nvSpPr>
        <p:spPr>
          <a:xfrm>
            <a:off x="228600" y="50716"/>
            <a:ext cx="2725615" cy="523220"/>
          </a:xfrm>
          <a:prstGeom prst="rect">
            <a:avLst/>
          </a:prstGeom>
          <a:noFill/>
        </p:spPr>
        <p:txBody>
          <a:bodyPr wrap="square" rtlCol="0">
            <a:spAutoFit/>
          </a:bodyPr>
          <a:lstStyle/>
          <a:p>
            <a:r>
              <a:rPr lang="en-US" sz="2800" b="1" dirty="0">
                <a:solidFill>
                  <a:srgbClr val="E7EBEE"/>
                </a:solidFill>
                <a:latin typeface="Corbel" panose="020B0503020204020204" pitchFamily="34" charset="0"/>
                <a:ea typeface="Verdana" panose="020B0604030504040204" pitchFamily="34" charset="0"/>
                <a:cs typeface="Beirut" pitchFamily="2" charset="-78"/>
              </a:rPr>
              <a:t>1. </a:t>
            </a:r>
            <a:r>
              <a:rPr lang="en-US" sz="2800" b="1" dirty="0">
                <a:solidFill>
                  <a:schemeClr val="bg1"/>
                </a:solidFill>
                <a:latin typeface="Corbel" panose="020B0503020204020204" pitchFamily="34" charset="0"/>
                <a:ea typeface="Verdana" panose="020B0604030504040204" pitchFamily="34" charset="0"/>
                <a:cs typeface="Beirut" pitchFamily="2" charset="-78"/>
              </a:rPr>
              <a:t>Overview</a:t>
            </a:r>
          </a:p>
        </p:txBody>
      </p:sp>
      <p:sp>
        <p:nvSpPr>
          <p:cNvPr id="18" name="TextBox 17">
            <a:extLst>
              <a:ext uri="{FF2B5EF4-FFF2-40B4-BE49-F238E27FC236}">
                <a16:creationId xmlns:a16="http://schemas.microsoft.com/office/drawing/2014/main" id="{87B6E35C-F64D-BD38-53EE-2C90C6EB06A3}"/>
              </a:ext>
            </a:extLst>
          </p:cNvPr>
          <p:cNvSpPr txBox="1">
            <a:spLocks/>
          </p:cNvSpPr>
          <p:nvPr/>
        </p:nvSpPr>
        <p:spPr>
          <a:xfrm>
            <a:off x="3231381" y="50716"/>
            <a:ext cx="2233795"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2. Economics </a:t>
            </a:r>
            <a:endParaRPr lang="en-US" sz="2800" b="1" dirty="0">
              <a:solidFill>
                <a:srgbClr val="FFC000"/>
              </a:solidFill>
              <a:latin typeface="Corbel" panose="020B0503020204020204" pitchFamily="34" charset="0"/>
              <a:ea typeface="Verdana" panose="020B0604030504040204" pitchFamily="34" charset="0"/>
              <a:cs typeface="Beirut" pitchFamily="2" charset="-78"/>
            </a:endParaRPr>
          </a:p>
        </p:txBody>
      </p:sp>
      <p:sp>
        <p:nvSpPr>
          <p:cNvPr id="22" name="TextBox 21">
            <a:extLst>
              <a:ext uri="{FF2B5EF4-FFF2-40B4-BE49-F238E27FC236}">
                <a16:creationId xmlns:a16="http://schemas.microsoft.com/office/drawing/2014/main" id="{00E74B77-6E5B-36E5-3B80-BD3549B309A6}"/>
              </a:ext>
            </a:extLst>
          </p:cNvPr>
          <p:cNvSpPr txBox="1">
            <a:spLocks/>
          </p:cNvSpPr>
          <p:nvPr/>
        </p:nvSpPr>
        <p:spPr>
          <a:xfrm>
            <a:off x="6349628" y="50716"/>
            <a:ext cx="3297580"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3. </a:t>
            </a:r>
            <a:r>
              <a:rPr lang="en-US" sz="2800" b="1" dirty="0">
                <a:solidFill>
                  <a:srgbClr val="FFC000"/>
                </a:solidFill>
                <a:latin typeface="Corbel" panose="020B0503020204020204" pitchFamily="34" charset="0"/>
                <a:ea typeface="Verdana" panose="020B0604030504040204" pitchFamily="34" charset="0"/>
                <a:cs typeface="Beirut" pitchFamily="2" charset="-78"/>
              </a:rPr>
              <a:t>Tourism</a:t>
            </a:r>
          </a:p>
        </p:txBody>
      </p:sp>
      <p:sp>
        <p:nvSpPr>
          <p:cNvPr id="12" name="TextBox 11">
            <a:extLst>
              <a:ext uri="{FF2B5EF4-FFF2-40B4-BE49-F238E27FC236}">
                <a16:creationId xmlns:a16="http://schemas.microsoft.com/office/drawing/2014/main" id="{930D1D98-1DB7-ED52-BDB5-CA8650CDFCCF}"/>
              </a:ext>
            </a:extLst>
          </p:cNvPr>
          <p:cNvSpPr txBox="1"/>
          <p:nvPr/>
        </p:nvSpPr>
        <p:spPr>
          <a:xfrm>
            <a:off x="8006195" y="6097879"/>
            <a:ext cx="3474026" cy="738664"/>
          </a:xfrm>
          <a:prstGeom prst="rect">
            <a:avLst/>
          </a:prstGeom>
          <a:noFill/>
        </p:spPr>
        <p:txBody>
          <a:bodyPr wrap="square" rtlCol="0">
            <a:spAutoFit/>
          </a:bodyPr>
          <a:lstStyle/>
          <a:p>
            <a:pPr algn="r"/>
            <a:r>
              <a:rPr lang="en-US" sz="1400" b="1" dirty="0">
                <a:latin typeface="Corbel" panose="020B0503020204020204" pitchFamily="34" charset="0"/>
                <a:ea typeface="Verdana" panose="020B0604030504040204" pitchFamily="34" charset="0"/>
                <a:cs typeface="Beirut" pitchFamily="2" charset="-78"/>
              </a:rPr>
              <a:t>Orlando Timmerman</a:t>
            </a:r>
          </a:p>
          <a:p>
            <a:pPr algn="r"/>
            <a:r>
              <a:rPr lang="en-US" sz="1400" b="1" dirty="0">
                <a:latin typeface="Corbel" panose="020B0503020204020204" pitchFamily="34" charset="0"/>
                <a:ea typeface="Verdana" panose="020B0604030504040204" pitchFamily="34" charset="0"/>
                <a:cs typeface="Beirut" pitchFamily="2" charset="-78"/>
              </a:rPr>
              <a:t>Department of Earth Sciences</a:t>
            </a:r>
          </a:p>
          <a:p>
            <a:pPr algn="r"/>
            <a:r>
              <a:rPr lang="en-US" sz="1400" b="1" dirty="0" err="1">
                <a:latin typeface="Corbel" panose="020B0503020204020204" pitchFamily="34" charset="0"/>
                <a:ea typeface="Verdana" panose="020B0604030504040204" pitchFamily="34" charset="0"/>
                <a:cs typeface="Beirut" pitchFamily="2" charset="-78"/>
              </a:rPr>
              <a:t>Calcifiers</a:t>
            </a:r>
            <a:r>
              <a:rPr lang="en-US" sz="1400" b="1" dirty="0">
                <a:latin typeface="Corbel" panose="020B0503020204020204" pitchFamily="34" charset="0"/>
                <a:ea typeface="Verdana" panose="020B0604030504040204" pitchFamily="34" charset="0"/>
                <a:cs typeface="Beirut" pitchFamily="2" charset="-78"/>
              </a:rPr>
              <a:t> Group Meeting | 30.10.25</a:t>
            </a:r>
          </a:p>
        </p:txBody>
      </p:sp>
      <p:pic>
        <p:nvPicPr>
          <p:cNvPr id="2" name="Picture 16" descr="University of Cambridge Logo PNG Transparent &amp; SVG Vector - Freebie Supply">
            <a:extLst>
              <a:ext uri="{FF2B5EF4-FFF2-40B4-BE49-F238E27FC236}">
                <a16:creationId xmlns:a16="http://schemas.microsoft.com/office/drawing/2014/main" id="{2F6FF7CC-CBC7-5C82-BBD7-A3ACD3AA300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563928" y="6149159"/>
            <a:ext cx="506380" cy="636104"/>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D3048980-BEAE-80C0-75E2-94043D73A6C1}"/>
              </a:ext>
            </a:extLst>
          </p:cNvPr>
          <p:cNvSpPr txBox="1">
            <a:spLocks/>
          </p:cNvSpPr>
          <p:nvPr/>
        </p:nvSpPr>
        <p:spPr>
          <a:xfrm>
            <a:off x="9195583" y="50716"/>
            <a:ext cx="2725614"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4. Proposal</a:t>
            </a:r>
          </a:p>
        </p:txBody>
      </p:sp>
      <p:sp>
        <p:nvSpPr>
          <p:cNvPr id="6" name="TextBox 5">
            <a:extLst>
              <a:ext uri="{FF2B5EF4-FFF2-40B4-BE49-F238E27FC236}">
                <a16:creationId xmlns:a16="http://schemas.microsoft.com/office/drawing/2014/main" id="{753A746D-3775-184F-2FC0-83A8E5355A1D}"/>
              </a:ext>
            </a:extLst>
          </p:cNvPr>
          <p:cNvSpPr txBox="1"/>
          <p:nvPr/>
        </p:nvSpPr>
        <p:spPr>
          <a:xfrm>
            <a:off x="2213152" y="1507058"/>
            <a:ext cx="9350776" cy="4001095"/>
          </a:xfrm>
          <a:prstGeom prst="rect">
            <a:avLst/>
          </a:prstGeom>
          <a:noFill/>
        </p:spPr>
        <p:txBody>
          <a:bodyPr wrap="square" lIns="0" tIns="0" rIns="0" bIns="0" rtlCol="0">
            <a:spAutoFit/>
          </a:bodyPr>
          <a:lstStyle/>
          <a:p>
            <a:r>
              <a:rPr lang="en-GB" sz="2400" b="1" dirty="0">
                <a:latin typeface="Corbel" panose="020B0503020204020204" pitchFamily="34" charset="0"/>
              </a:rPr>
              <a:t>Arbitrary, much?</a:t>
            </a:r>
          </a:p>
          <a:p>
            <a:endParaRPr lang="en-GB" sz="2000" dirty="0">
              <a:latin typeface="Corbel" panose="020B0503020204020204" pitchFamily="34" charset="0"/>
            </a:endParaRPr>
          </a:p>
          <a:p>
            <a:r>
              <a:rPr lang="en-GB" i="1" dirty="0">
                <a:latin typeface="Corbel" panose="020B0503020204020204" pitchFamily="34" charset="0"/>
              </a:rPr>
              <a:t>“assign a </a:t>
            </a:r>
            <a:r>
              <a:rPr lang="en-GB" b="1" i="1" dirty="0">
                <a:latin typeface="Corbel" panose="020B0503020204020204" pitchFamily="34" charset="0"/>
              </a:rPr>
              <a:t>simple estimate of 10% of the value of all reef-coast tourism to coral reefs</a:t>
            </a:r>
            <a:r>
              <a:rPr lang="en-GB" i="1" dirty="0">
                <a:latin typeface="Corbel" panose="020B0503020204020204" pitchFamily="34" charset="0"/>
              </a:rPr>
              <a:t>”</a:t>
            </a:r>
          </a:p>
          <a:p>
            <a:endParaRPr lang="en-GB" i="1" dirty="0">
              <a:latin typeface="Corbel" panose="020B0503020204020204" pitchFamily="34" charset="0"/>
            </a:endParaRPr>
          </a:p>
          <a:p>
            <a:r>
              <a:rPr lang="en-GB" i="1" dirty="0">
                <a:latin typeface="Corbel" panose="020B0503020204020204" pitchFamily="34" charset="0"/>
              </a:rPr>
              <a:t>“…a single on-reef use intensity statistic was generated, </a:t>
            </a:r>
            <a:r>
              <a:rPr lang="en-GB" b="1" i="1" dirty="0">
                <a:latin typeface="Corbel" panose="020B0503020204020204" pitchFamily="34" charset="0"/>
              </a:rPr>
              <a:t>weighted 2:1</a:t>
            </a:r>
            <a:r>
              <a:rPr lang="en-GB" i="1" dirty="0">
                <a:latin typeface="Corbel" panose="020B0503020204020204" pitchFamily="34" charset="0"/>
              </a:rPr>
              <a:t> in favour of underwater PUDs over the dive shop metric … this single weighted number was … </a:t>
            </a:r>
            <a:r>
              <a:rPr lang="en-GB" b="1" i="1" dirty="0">
                <a:latin typeface="Corbel" panose="020B0503020204020204" pitchFamily="34" charset="0"/>
              </a:rPr>
              <a:t>capped at 70% </a:t>
            </a:r>
            <a:r>
              <a:rPr lang="en-GB" i="1" dirty="0">
                <a:latin typeface="Corbel" panose="020B0503020204020204" pitchFamily="34" charset="0"/>
              </a:rPr>
              <a:t>as the preferred metric for the proportion of remaining reef-coast tourism which could be assigned to on-reef value”</a:t>
            </a:r>
          </a:p>
          <a:p>
            <a:endParaRPr lang="en-GB" i="1" dirty="0">
              <a:latin typeface="Corbel" panose="020B0503020204020204" pitchFamily="34" charset="0"/>
            </a:endParaRPr>
          </a:p>
          <a:p>
            <a:r>
              <a:rPr lang="en-GB" i="1" dirty="0">
                <a:latin typeface="Corbel" panose="020B0503020204020204" pitchFamily="34" charset="0"/>
              </a:rPr>
              <a:t>“where data were considered poor and were clearly divergent from a recent and comparable literature source, the </a:t>
            </a:r>
            <a:r>
              <a:rPr lang="en-GB" b="1" i="1" dirty="0">
                <a:latin typeface="Corbel" panose="020B0503020204020204" pitchFamily="34" charset="0"/>
              </a:rPr>
              <a:t>numbers were replaced with that alternative </a:t>
            </a:r>
            <a:r>
              <a:rPr lang="en-GB" i="1" dirty="0">
                <a:latin typeface="Corbel" panose="020B0503020204020204" pitchFamily="34" charset="0"/>
              </a:rPr>
              <a:t>(four territories)”</a:t>
            </a:r>
          </a:p>
          <a:p>
            <a:endParaRPr lang="en-GB" i="1" dirty="0">
              <a:latin typeface="Corbel" panose="020B0503020204020204" pitchFamily="34" charset="0"/>
            </a:endParaRPr>
          </a:p>
          <a:p>
            <a:r>
              <a:rPr lang="en-GB" i="1" dirty="0">
                <a:latin typeface="Corbel" panose="020B0503020204020204" pitchFamily="34" charset="0"/>
              </a:rPr>
              <a:t>“where there was evidence, based on expert-knowledge and/or available references, that both metrics [dive shops/underwater PUDs] were under- or over-reporting, </a:t>
            </a:r>
            <a:r>
              <a:rPr lang="en-GB" b="1" i="1" dirty="0">
                <a:latin typeface="Corbel" panose="020B0503020204020204" pitchFamily="34" charset="0"/>
              </a:rPr>
              <a:t>scores were altered to the best approximation of the authors</a:t>
            </a:r>
            <a:r>
              <a:rPr lang="en-GB" i="1" dirty="0">
                <a:latin typeface="Corbel" panose="020B0503020204020204" pitchFamily="34" charset="0"/>
              </a:rPr>
              <a:t> (nine territories)”</a:t>
            </a:r>
          </a:p>
        </p:txBody>
      </p:sp>
      <p:sp>
        <p:nvSpPr>
          <p:cNvPr id="7" name="Rectangle 6">
            <a:extLst>
              <a:ext uri="{FF2B5EF4-FFF2-40B4-BE49-F238E27FC236}">
                <a16:creationId xmlns:a16="http://schemas.microsoft.com/office/drawing/2014/main" id="{394E7158-FDDF-2631-2F24-4BD98B419CD0}"/>
              </a:ext>
            </a:extLst>
          </p:cNvPr>
          <p:cNvSpPr>
            <a:spLocks/>
          </p:cNvSpPr>
          <p:nvPr/>
        </p:nvSpPr>
        <p:spPr>
          <a:xfrm>
            <a:off x="2001777" y="2168759"/>
            <a:ext cx="72000" cy="36000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D02BA59-276C-1945-DBD3-EFCE40EB6C3D}"/>
              </a:ext>
            </a:extLst>
          </p:cNvPr>
          <p:cNvSpPr>
            <a:spLocks/>
          </p:cNvSpPr>
          <p:nvPr/>
        </p:nvSpPr>
        <p:spPr>
          <a:xfrm>
            <a:off x="2004843" y="4656841"/>
            <a:ext cx="72000" cy="851312"/>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2DB4E90-FA39-AA89-13E1-163186CD6726}"/>
              </a:ext>
            </a:extLst>
          </p:cNvPr>
          <p:cNvSpPr>
            <a:spLocks/>
          </p:cNvSpPr>
          <p:nvPr/>
        </p:nvSpPr>
        <p:spPr>
          <a:xfrm>
            <a:off x="2001776" y="3780996"/>
            <a:ext cx="77093" cy="67109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95CD090-C47C-8E94-6AB3-DADC7059ABAC}"/>
              </a:ext>
            </a:extLst>
          </p:cNvPr>
          <p:cNvSpPr>
            <a:spLocks/>
          </p:cNvSpPr>
          <p:nvPr/>
        </p:nvSpPr>
        <p:spPr>
          <a:xfrm>
            <a:off x="2001777" y="2729221"/>
            <a:ext cx="72000" cy="851312"/>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F16F26AB-F7D9-0950-52E3-864C291EA4BE}"/>
              </a:ext>
            </a:extLst>
          </p:cNvPr>
          <p:cNvPicPr>
            <a:picLocks noChangeAspect="1"/>
          </p:cNvPicPr>
          <p:nvPr/>
        </p:nvPicPr>
        <p:blipFill>
          <a:blip r:embed="rId8"/>
          <a:srcRect/>
          <a:stretch/>
        </p:blipFill>
        <p:spPr>
          <a:xfrm>
            <a:off x="1006964" y="6083879"/>
            <a:ext cx="577686" cy="590245"/>
          </a:xfrm>
          <a:prstGeom prst="rect">
            <a:avLst/>
          </a:prstGeom>
        </p:spPr>
      </p:pic>
    </p:spTree>
    <p:extLst>
      <p:ext uri="{BB962C8B-B14F-4D97-AF65-F5344CB8AC3E}">
        <p14:creationId xmlns:p14="http://schemas.microsoft.com/office/powerpoint/2010/main" val="411566627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childTnLst>
                                    <p:animClr clrSpc="rgb" dir="cw">
                                      <p:cBhvr override="childStyle">
                                        <p:cTn id="6" dur="1000" fill="hold"/>
                                        <p:tgtEl>
                                          <p:spTgt spid="6">
                                            <p:txEl>
                                              <p:pRg st="0" end="0"/>
                                            </p:txEl>
                                          </p:spTgt>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7D4AA-0DDB-6AA4-4EF1-145E7F0B24D5}"/>
            </a:ext>
          </a:extLst>
        </p:cNvPr>
        <p:cNvGrpSpPr/>
        <p:nvPr/>
      </p:nvGrpSpPr>
      <p:grpSpPr>
        <a:xfrm>
          <a:off x="0" y="0"/>
          <a:ext cx="0" cy="0"/>
          <a:chOff x="0" y="0"/>
          <a:chExt cx="0" cy="0"/>
        </a:xfrm>
      </p:grpSpPr>
      <p:pic>
        <p:nvPicPr>
          <p:cNvPr id="8" name="Picture 7" descr="Scuba divers under water&#10;&#10;AI-generated content may be incorrect.">
            <a:extLst>
              <a:ext uri="{FF2B5EF4-FFF2-40B4-BE49-F238E27FC236}">
                <a16:creationId xmlns:a16="http://schemas.microsoft.com/office/drawing/2014/main" id="{926F6BD8-19D0-E3AF-4CBB-99E5719C7E5E}"/>
              </a:ext>
            </a:extLst>
          </p:cNvPr>
          <p:cNvPicPr>
            <a:picLocks noGrp="1" noRot="1" noChangeAspect="1" noMove="1" noResize="1" noEditPoints="1" noAdjustHandles="1" noChangeArrowheads="1" noChangeShapeType="1" noCrop="1"/>
          </p:cNvPicPr>
          <p:nvPr/>
        </p:nvPicPr>
        <p:blipFill>
          <a:blip r:embed="rId3" cstate="screen">
            <a:extLst>
              <a:ext uri="{BEBA8EAE-BF5A-486C-A8C5-ECC9F3942E4B}">
                <a14:imgProps xmlns:a14="http://schemas.microsoft.com/office/drawing/2010/main">
                  <a14:imgLayer r:embed="rId4">
                    <a14:imgEffect>
                      <a14:brightnessContrast bright="-60000"/>
                    </a14:imgEffect>
                  </a14:imgLayer>
                </a14:imgProps>
              </a:ext>
              <a:ext uri="{28A0092B-C50C-407E-A947-70E740481C1C}">
                <a14:useLocalDpi xmlns:a14="http://schemas.microsoft.com/office/drawing/2010/main"/>
              </a:ext>
            </a:extLst>
          </a:blip>
          <a:srcRect/>
          <a:stretch/>
        </p:blipFill>
        <p:spPr>
          <a:xfrm>
            <a:off x="1" y="-3750"/>
            <a:ext cx="1591982" cy="6858000"/>
          </a:xfrm>
          <a:prstGeom prst="rect">
            <a:avLst/>
          </a:prstGeom>
        </p:spPr>
      </p:pic>
      <p:pic>
        <p:nvPicPr>
          <p:cNvPr id="10" name="Picture 9" descr="Scuba divers under water&#10;&#10;AI-generated content may be incorrect.">
            <a:extLst>
              <a:ext uri="{FF2B5EF4-FFF2-40B4-BE49-F238E27FC236}">
                <a16:creationId xmlns:a16="http://schemas.microsoft.com/office/drawing/2014/main" id="{1839E382-CDB9-F26B-7F00-AEDE9FA0C428}"/>
              </a:ext>
            </a:extLst>
          </p:cNvPr>
          <p:cNvPicPr>
            <a:picLocks noGrp="1" noRot="1" noChangeAspect="1" noMove="1" noResize="1" noEditPoints="1" noAdjustHandles="1" noChangeArrowheads="1" noChangeShapeType="1" noCrop="1"/>
          </p:cNvPicPr>
          <p:nvPr/>
        </p:nvPicPr>
        <p:blipFill>
          <a:blip r:embed="rId5" cstate="screen">
            <a:extLst>
              <a:ext uri="{BEBA8EAE-BF5A-486C-A8C5-ECC9F3942E4B}">
                <a14:imgProps xmlns:a14="http://schemas.microsoft.com/office/drawing/2010/main">
                  <a14:imgLayer r:embed="rId6">
                    <a14:imgEffect>
                      <a14:brightnessContrast bright="-60000"/>
                    </a14:imgEffect>
                  </a14:imgLayer>
                </a14:imgProps>
              </a:ext>
              <a:ext uri="{28A0092B-C50C-407E-A947-70E740481C1C}">
                <a14:useLocalDpi xmlns:a14="http://schemas.microsoft.com/office/drawing/2010/main"/>
              </a:ext>
            </a:extLst>
          </a:blip>
          <a:srcRect/>
          <a:stretch/>
        </p:blipFill>
        <p:spPr>
          <a:xfrm>
            <a:off x="-15" y="0"/>
            <a:ext cx="12192011" cy="671089"/>
          </a:xfrm>
          <a:prstGeom prst="rect">
            <a:avLst/>
          </a:prstGeom>
        </p:spPr>
      </p:pic>
      <p:cxnSp>
        <p:nvCxnSpPr>
          <p:cNvPr id="32" name="Straight Connector 31">
            <a:extLst>
              <a:ext uri="{FF2B5EF4-FFF2-40B4-BE49-F238E27FC236}">
                <a16:creationId xmlns:a16="http://schemas.microsoft.com/office/drawing/2014/main" id="{8F43CC0A-AF5B-15B6-62B9-9CBAB5A55785}"/>
              </a:ext>
            </a:extLst>
          </p:cNvPr>
          <p:cNvCxnSpPr>
            <a:cxnSpLocks noGrp="1" noRot="1" noMove="1" noResize="1" noEditPoints="1" noAdjustHandles="1" noChangeArrowheads="1" noChangeShapeType="1"/>
          </p:cNvCxnSpPr>
          <p:nvPr/>
        </p:nvCxnSpPr>
        <p:spPr>
          <a:xfrm>
            <a:off x="-3" y="657106"/>
            <a:ext cx="12192003" cy="0"/>
          </a:xfrm>
          <a:prstGeom prst="line">
            <a:avLst/>
          </a:prstGeom>
          <a:ln w="53975">
            <a:gradFill>
              <a:gsLst>
                <a:gs pos="50000">
                  <a:srgbClr val="EE3C34"/>
                </a:gs>
                <a:gs pos="100000">
                  <a:srgbClr val="EE3C34"/>
                </a:gs>
                <a:gs pos="0">
                  <a:srgbClr val="EE3C34">
                    <a:alpha val="0"/>
                  </a:srgbClr>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1" name="Right Triangle 20">
            <a:extLst>
              <a:ext uri="{FF2B5EF4-FFF2-40B4-BE49-F238E27FC236}">
                <a16:creationId xmlns:a16="http://schemas.microsoft.com/office/drawing/2014/main" id="{5A83FA1B-09DC-1B1F-5DE4-EB5B8488F906}"/>
              </a:ext>
            </a:extLst>
          </p:cNvPr>
          <p:cNvSpPr>
            <a:spLocks noGrp="1" noRot="1" noMove="1" noResize="1" noEditPoints="1" noAdjustHandles="1" noChangeArrowheads="1" noChangeShapeType="1"/>
          </p:cNvSpPr>
          <p:nvPr/>
        </p:nvSpPr>
        <p:spPr>
          <a:xfrm flipH="1">
            <a:off x="0" y="5309760"/>
            <a:ext cx="1591982" cy="1548239"/>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8EAACA2-B1EB-CC76-2590-83D8CE5DA0BC}"/>
              </a:ext>
            </a:extLst>
          </p:cNvPr>
          <p:cNvSpPr txBox="1">
            <a:spLocks/>
          </p:cNvSpPr>
          <p:nvPr/>
        </p:nvSpPr>
        <p:spPr>
          <a:xfrm>
            <a:off x="228600" y="50716"/>
            <a:ext cx="2725615" cy="523220"/>
          </a:xfrm>
          <a:prstGeom prst="rect">
            <a:avLst/>
          </a:prstGeom>
          <a:noFill/>
        </p:spPr>
        <p:txBody>
          <a:bodyPr wrap="square" rtlCol="0">
            <a:spAutoFit/>
          </a:bodyPr>
          <a:lstStyle/>
          <a:p>
            <a:r>
              <a:rPr lang="en-US" sz="2800" b="1" dirty="0">
                <a:solidFill>
                  <a:srgbClr val="E7EBEE"/>
                </a:solidFill>
                <a:latin typeface="Corbel" panose="020B0503020204020204" pitchFamily="34" charset="0"/>
                <a:ea typeface="Verdana" panose="020B0604030504040204" pitchFamily="34" charset="0"/>
                <a:cs typeface="Beirut" pitchFamily="2" charset="-78"/>
              </a:rPr>
              <a:t>1. </a:t>
            </a:r>
            <a:r>
              <a:rPr lang="en-US" sz="2800" b="1" dirty="0">
                <a:solidFill>
                  <a:schemeClr val="bg1"/>
                </a:solidFill>
                <a:latin typeface="Corbel" panose="020B0503020204020204" pitchFamily="34" charset="0"/>
                <a:ea typeface="Verdana" panose="020B0604030504040204" pitchFamily="34" charset="0"/>
                <a:cs typeface="Beirut" pitchFamily="2" charset="-78"/>
              </a:rPr>
              <a:t>Overview</a:t>
            </a:r>
          </a:p>
        </p:txBody>
      </p:sp>
      <p:sp>
        <p:nvSpPr>
          <p:cNvPr id="18" name="TextBox 17">
            <a:extLst>
              <a:ext uri="{FF2B5EF4-FFF2-40B4-BE49-F238E27FC236}">
                <a16:creationId xmlns:a16="http://schemas.microsoft.com/office/drawing/2014/main" id="{314AE613-BAFD-6A65-1731-1A43B858EA6A}"/>
              </a:ext>
            </a:extLst>
          </p:cNvPr>
          <p:cNvSpPr txBox="1">
            <a:spLocks/>
          </p:cNvSpPr>
          <p:nvPr/>
        </p:nvSpPr>
        <p:spPr>
          <a:xfrm>
            <a:off x="3231381" y="50716"/>
            <a:ext cx="2233795"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2. Economics </a:t>
            </a:r>
            <a:endParaRPr lang="en-US" sz="2800" b="1" dirty="0">
              <a:solidFill>
                <a:srgbClr val="FFC000"/>
              </a:solidFill>
              <a:latin typeface="Corbel" panose="020B0503020204020204" pitchFamily="34" charset="0"/>
              <a:ea typeface="Verdana" panose="020B0604030504040204" pitchFamily="34" charset="0"/>
              <a:cs typeface="Beirut" pitchFamily="2" charset="-78"/>
            </a:endParaRPr>
          </a:p>
        </p:txBody>
      </p:sp>
      <p:sp>
        <p:nvSpPr>
          <p:cNvPr id="22" name="TextBox 21">
            <a:extLst>
              <a:ext uri="{FF2B5EF4-FFF2-40B4-BE49-F238E27FC236}">
                <a16:creationId xmlns:a16="http://schemas.microsoft.com/office/drawing/2014/main" id="{21DBC806-2170-3B3B-4312-A0A8386A7AB6}"/>
              </a:ext>
            </a:extLst>
          </p:cNvPr>
          <p:cNvSpPr txBox="1">
            <a:spLocks/>
          </p:cNvSpPr>
          <p:nvPr/>
        </p:nvSpPr>
        <p:spPr>
          <a:xfrm>
            <a:off x="6349628" y="50716"/>
            <a:ext cx="3297580"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3. </a:t>
            </a:r>
            <a:r>
              <a:rPr lang="en-US" sz="2800" b="1" dirty="0">
                <a:solidFill>
                  <a:srgbClr val="FFC000"/>
                </a:solidFill>
                <a:latin typeface="Corbel" panose="020B0503020204020204" pitchFamily="34" charset="0"/>
                <a:ea typeface="Verdana" panose="020B0604030504040204" pitchFamily="34" charset="0"/>
                <a:cs typeface="Beirut" pitchFamily="2" charset="-78"/>
              </a:rPr>
              <a:t>Tourism</a:t>
            </a:r>
          </a:p>
        </p:txBody>
      </p:sp>
      <p:sp>
        <p:nvSpPr>
          <p:cNvPr id="12" name="TextBox 11">
            <a:extLst>
              <a:ext uri="{FF2B5EF4-FFF2-40B4-BE49-F238E27FC236}">
                <a16:creationId xmlns:a16="http://schemas.microsoft.com/office/drawing/2014/main" id="{C1A3B70E-B0B6-2148-1A21-3B036464B578}"/>
              </a:ext>
            </a:extLst>
          </p:cNvPr>
          <p:cNvSpPr txBox="1"/>
          <p:nvPr/>
        </p:nvSpPr>
        <p:spPr>
          <a:xfrm>
            <a:off x="8006195" y="6097879"/>
            <a:ext cx="3474026" cy="738664"/>
          </a:xfrm>
          <a:prstGeom prst="rect">
            <a:avLst/>
          </a:prstGeom>
          <a:noFill/>
        </p:spPr>
        <p:txBody>
          <a:bodyPr wrap="square" rtlCol="0">
            <a:spAutoFit/>
          </a:bodyPr>
          <a:lstStyle/>
          <a:p>
            <a:pPr algn="r"/>
            <a:r>
              <a:rPr lang="en-US" sz="1400" b="1" dirty="0">
                <a:latin typeface="Corbel" panose="020B0503020204020204" pitchFamily="34" charset="0"/>
                <a:ea typeface="Verdana" panose="020B0604030504040204" pitchFamily="34" charset="0"/>
                <a:cs typeface="Beirut" pitchFamily="2" charset="-78"/>
              </a:rPr>
              <a:t>Orlando Timmerman</a:t>
            </a:r>
          </a:p>
          <a:p>
            <a:pPr algn="r"/>
            <a:r>
              <a:rPr lang="en-US" sz="1400" b="1" dirty="0">
                <a:latin typeface="Corbel" panose="020B0503020204020204" pitchFamily="34" charset="0"/>
                <a:ea typeface="Verdana" panose="020B0604030504040204" pitchFamily="34" charset="0"/>
                <a:cs typeface="Beirut" pitchFamily="2" charset="-78"/>
              </a:rPr>
              <a:t>Department of Earth Sciences</a:t>
            </a:r>
          </a:p>
          <a:p>
            <a:pPr algn="r"/>
            <a:r>
              <a:rPr lang="en-US" sz="1400" b="1" dirty="0" err="1">
                <a:latin typeface="Corbel" panose="020B0503020204020204" pitchFamily="34" charset="0"/>
                <a:ea typeface="Verdana" panose="020B0604030504040204" pitchFamily="34" charset="0"/>
                <a:cs typeface="Beirut" pitchFamily="2" charset="-78"/>
              </a:rPr>
              <a:t>Calcifiers</a:t>
            </a:r>
            <a:r>
              <a:rPr lang="en-US" sz="1400" b="1" dirty="0">
                <a:latin typeface="Corbel" panose="020B0503020204020204" pitchFamily="34" charset="0"/>
                <a:ea typeface="Verdana" panose="020B0604030504040204" pitchFamily="34" charset="0"/>
                <a:cs typeface="Beirut" pitchFamily="2" charset="-78"/>
              </a:rPr>
              <a:t> Group Meeting | 30.10.25</a:t>
            </a:r>
          </a:p>
        </p:txBody>
      </p:sp>
      <p:pic>
        <p:nvPicPr>
          <p:cNvPr id="2" name="Picture 16" descr="University of Cambridge Logo PNG Transparent &amp; SVG Vector - Freebie Supply">
            <a:extLst>
              <a:ext uri="{FF2B5EF4-FFF2-40B4-BE49-F238E27FC236}">
                <a16:creationId xmlns:a16="http://schemas.microsoft.com/office/drawing/2014/main" id="{BBF9A112-39AF-233E-3EF5-6E135DB320F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563928" y="6149159"/>
            <a:ext cx="506380" cy="636104"/>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B3B9FB03-EFCA-F1AC-A8FA-7E7E64D4C9F6}"/>
              </a:ext>
            </a:extLst>
          </p:cNvPr>
          <p:cNvSpPr txBox="1">
            <a:spLocks/>
          </p:cNvSpPr>
          <p:nvPr/>
        </p:nvSpPr>
        <p:spPr>
          <a:xfrm>
            <a:off x="9195583" y="50716"/>
            <a:ext cx="2725614"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4. Proposal</a:t>
            </a:r>
          </a:p>
        </p:txBody>
      </p:sp>
      <p:pic>
        <p:nvPicPr>
          <p:cNvPr id="10242" name="Picture 2">
            <a:extLst>
              <a:ext uri="{FF2B5EF4-FFF2-40B4-BE49-F238E27FC236}">
                <a16:creationId xmlns:a16="http://schemas.microsoft.com/office/drawing/2014/main" id="{0F96FD50-A002-0A66-FBA8-0F7A5851A12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80868" y="1048142"/>
            <a:ext cx="9868072" cy="489934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90F623CF-74CC-D933-1009-57F6A54F8402}"/>
              </a:ext>
            </a:extLst>
          </p:cNvPr>
          <p:cNvPicPr>
            <a:picLocks noChangeAspect="1"/>
          </p:cNvPicPr>
          <p:nvPr/>
        </p:nvPicPr>
        <p:blipFill>
          <a:blip r:embed="rId9"/>
          <a:srcRect/>
          <a:stretch/>
        </p:blipFill>
        <p:spPr>
          <a:xfrm>
            <a:off x="1006964" y="6083879"/>
            <a:ext cx="577686" cy="590245"/>
          </a:xfrm>
          <a:prstGeom prst="rect">
            <a:avLst/>
          </a:prstGeom>
        </p:spPr>
      </p:pic>
    </p:spTree>
    <p:extLst>
      <p:ext uri="{BB962C8B-B14F-4D97-AF65-F5344CB8AC3E}">
        <p14:creationId xmlns:p14="http://schemas.microsoft.com/office/powerpoint/2010/main" val="243471506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B6BB0-4E41-4B8C-1FAA-562086360DD0}"/>
            </a:ext>
          </a:extLst>
        </p:cNvPr>
        <p:cNvGrpSpPr/>
        <p:nvPr/>
      </p:nvGrpSpPr>
      <p:grpSpPr>
        <a:xfrm>
          <a:off x="0" y="0"/>
          <a:ext cx="0" cy="0"/>
          <a:chOff x="0" y="0"/>
          <a:chExt cx="0" cy="0"/>
        </a:xfrm>
      </p:grpSpPr>
      <p:pic>
        <p:nvPicPr>
          <p:cNvPr id="8" name="Picture 7" descr="Scuba divers under water&#10;&#10;AI-generated content may be incorrect.">
            <a:extLst>
              <a:ext uri="{FF2B5EF4-FFF2-40B4-BE49-F238E27FC236}">
                <a16:creationId xmlns:a16="http://schemas.microsoft.com/office/drawing/2014/main" id="{046541CF-E4D6-E870-2A47-89667583C371}"/>
              </a:ext>
            </a:extLst>
          </p:cNvPr>
          <p:cNvPicPr>
            <a:picLocks noGrp="1" noRot="1" noChangeAspect="1" noMove="1" noResize="1" noEditPoints="1" noAdjustHandles="1" noChangeArrowheads="1" noChangeShapeType="1" noCrop="1"/>
          </p:cNvPicPr>
          <p:nvPr/>
        </p:nvPicPr>
        <p:blipFill>
          <a:blip r:embed="rId3" cstate="screen">
            <a:extLst>
              <a:ext uri="{BEBA8EAE-BF5A-486C-A8C5-ECC9F3942E4B}">
                <a14:imgProps xmlns:a14="http://schemas.microsoft.com/office/drawing/2010/main">
                  <a14:imgLayer r:embed="rId4">
                    <a14:imgEffect>
                      <a14:brightnessContrast bright="-60000"/>
                    </a14:imgEffect>
                  </a14:imgLayer>
                </a14:imgProps>
              </a:ext>
              <a:ext uri="{28A0092B-C50C-407E-A947-70E740481C1C}">
                <a14:useLocalDpi xmlns:a14="http://schemas.microsoft.com/office/drawing/2010/main"/>
              </a:ext>
            </a:extLst>
          </a:blip>
          <a:srcRect/>
          <a:stretch/>
        </p:blipFill>
        <p:spPr>
          <a:xfrm>
            <a:off x="1" y="-3750"/>
            <a:ext cx="1591982" cy="6858000"/>
          </a:xfrm>
          <a:prstGeom prst="rect">
            <a:avLst/>
          </a:prstGeom>
        </p:spPr>
      </p:pic>
      <p:pic>
        <p:nvPicPr>
          <p:cNvPr id="10" name="Picture 9" descr="Scuba divers under water&#10;&#10;AI-generated content may be incorrect.">
            <a:extLst>
              <a:ext uri="{FF2B5EF4-FFF2-40B4-BE49-F238E27FC236}">
                <a16:creationId xmlns:a16="http://schemas.microsoft.com/office/drawing/2014/main" id="{EC19D56E-36F2-84C3-AA6D-393C4EF766BA}"/>
              </a:ext>
            </a:extLst>
          </p:cNvPr>
          <p:cNvPicPr>
            <a:picLocks noGrp="1" noRot="1" noChangeAspect="1" noMove="1" noResize="1" noEditPoints="1" noAdjustHandles="1" noChangeArrowheads="1" noChangeShapeType="1" noCrop="1"/>
          </p:cNvPicPr>
          <p:nvPr/>
        </p:nvPicPr>
        <p:blipFill>
          <a:blip r:embed="rId5" cstate="screen">
            <a:extLst>
              <a:ext uri="{BEBA8EAE-BF5A-486C-A8C5-ECC9F3942E4B}">
                <a14:imgProps xmlns:a14="http://schemas.microsoft.com/office/drawing/2010/main">
                  <a14:imgLayer r:embed="rId6">
                    <a14:imgEffect>
                      <a14:brightnessContrast bright="-60000"/>
                    </a14:imgEffect>
                  </a14:imgLayer>
                </a14:imgProps>
              </a:ext>
              <a:ext uri="{28A0092B-C50C-407E-A947-70E740481C1C}">
                <a14:useLocalDpi xmlns:a14="http://schemas.microsoft.com/office/drawing/2010/main"/>
              </a:ext>
            </a:extLst>
          </a:blip>
          <a:srcRect/>
          <a:stretch/>
        </p:blipFill>
        <p:spPr>
          <a:xfrm>
            <a:off x="-15" y="0"/>
            <a:ext cx="12192011" cy="671089"/>
          </a:xfrm>
          <a:prstGeom prst="rect">
            <a:avLst/>
          </a:prstGeom>
        </p:spPr>
      </p:pic>
      <p:cxnSp>
        <p:nvCxnSpPr>
          <p:cNvPr id="32" name="Straight Connector 31">
            <a:extLst>
              <a:ext uri="{FF2B5EF4-FFF2-40B4-BE49-F238E27FC236}">
                <a16:creationId xmlns:a16="http://schemas.microsoft.com/office/drawing/2014/main" id="{A05F73CC-20BC-0C1C-FB94-271599207FC7}"/>
              </a:ext>
            </a:extLst>
          </p:cNvPr>
          <p:cNvCxnSpPr>
            <a:cxnSpLocks noGrp="1" noRot="1" noMove="1" noResize="1" noEditPoints="1" noAdjustHandles="1" noChangeArrowheads="1" noChangeShapeType="1"/>
          </p:cNvCxnSpPr>
          <p:nvPr/>
        </p:nvCxnSpPr>
        <p:spPr>
          <a:xfrm>
            <a:off x="-3" y="657106"/>
            <a:ext cx="12192003" cy="0"/>
          </a:xfrm>
          <a:prstGeom prst="line">
            <a:avLst/>
          </a:prstGeom>
          <a:ln w="53975">
            <a:gradFill>
              <a:gsLst>
                <a:gs pos="50000">
                  <a:srgbClr val="EE3C34"/>
                </a:gs>
                <a:gs pos="100000">
                  <a:srgbClr val="EE3C34"/>
                </a:gs>
                <a:gs pos="0">
                  <a:srgbClr val="EE3C34">
                    <a:alpha val="0"/>
                  </a:srgbClr>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1" name="Right Triangle 20">
            <a:extLst>
              <a:ext uri="{FF2B5EF4-FFF2-40B4-BE49-F238E27FC236}">
                <a16:creationId xmlns:a16="http://schemas.microsoft.com/office/drawing/2014/main" id="{774936D2-D6CD-0D59-FB88-0C9CCA27779C}"/>
              </a:ext>
            </a:extLst>
          </p:cNvPr>
          <p:cNvSpPr>
            <a:spLocks noGrp="1" noRot="1" noMove="1" noResize="1" noEditPoints="1" noAdjustHandles="1" noChangeArrowheads="1" noChangeShapeType="1"/>
          </p:cNvSpPr>
          <p:nvPr/>
        </p:nvSpPr>
        <p:spPr>
          <a:xfrm flipH="1">
            <a:off x="0" y="5309760"/>
            <a:ext cx="1591982" cy="1548239"/>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5DB7CB5-06DB-E6BA-DB8E-FFFD2D836A7C}"/>
              </a:ext>
            </a:extLst>
          </p:cNvPr>
          <p:cNvSpPr txBox="1">
            <a:spLocks/>
          </p:cNvSpPr>
          <p:nvPr/>
        </p:nvSpPr>
        <p:spPr>
          <a:xfrm>
            <a:off x="228600" y="50716"/>
            <a:ext cx="2725615" cy="523220"/>
          </a:xfrm>
          <a:prstGeom prst="rect">
            <a:avLst/>
          </a:prstGeom>
          <a:noFill/>
        </p:spPr>
        <p:txBody>
          <a:bodyPr wrap="square" rtlCol="0">
            <a:spAutoFit/>
          </a:bodyPr>
          <a:lstStyle/>
          <a:p>
            <a:r>
              <a:rPr lang="en-US" sz="2800" b="1" dirty="0">
                <a:solidFill>
                  <a:srgbClr val="E7EBEE"/>
                </a:solidFill>
                <a:latin typeface="Corbel" panose="020B0503020204020204" pitchFamily="34" charset="0"/>
                <a:ea typeface="Verdana" panose="020B0604030504040204" pitchFamily="34" charset="0"/>
                <a:cs typeface="Beirut" pitchFamily="2" charset="-78"/>
              </a:rPr>
              <a:t>1. </a:t>
            </a:r>
            <a:r>
              <a:rPr lang="en-US" sz="2800" b="1" dirty="0">
                <a:solidFill>
                  <a:schemeClr val="bg1"/>
                </a:solidFill>
                <a:latin typeface="Corbel" panose="020B0503020204020204" pitchFamily="34" charset="0"/>
                <a:ea typeface="Verdana" panose="020B0604030504040204" pitchFamily="34" charset="0"/>
                <a:cs typeface="Beirut" pitchFamily="2" charset="-78"/>
              </a:rPr>
              <a:t>Overview</a:t>
            </a:r>
          </a:p>
        </p:txBody>
      </p:sp>
      <p:sp>
        <p:nvSpPr>
          <p:cNvPr id="18" name="TextBox 17">
            <a:extLst>
              <a:ext uri="{FF2B5EF4-FFF2-40B4-BE49-F238E27FC236}">
                <a16:creationId xmlns:a16="http://schemas.microsoft.com/office/drawing/2014/main" id="{AF73CCCB-57CE-7CCD-864C-AB5A110C10C6}"/>
              </a:ext>
            </a:extLst>
          </p:cNvPr>
          <p:cNvSpPr txBox="1">
            <a:spLocks/>
          </p:cNvSpPr>
          <p:nvPr/>
        </p:nvSpPr>
        <p:spPr>
          <a:xfrm>
            <a:off x="3231381" y="50716"/>
            <a:ext cx="2233795"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2. Economics </a:t>
            </a:r>
            <a:endParaRPr lang="en-US" sz="2800" b="1" dirty="0">
              <a:solidFill>
                <a:srgbClr val="FFC000"/>
              </a:solidFill>
              <a:latin typeface="Corbel" panose="020B0503020204020204" pitchFamily="34" charset="0"/>
              <a:ea typeface="Verdana" panose="020B0604030504040204" pitchFamily="34" charset="0"/>
              <a:cs typeface="Beirut" pitchFamily="2" charset="-78"/>
            </a:endParaRPr>
          </a:p>
        </p:txBody>
      </p:sp>
      <p:sp>
        <p:nvSpPr>
          <p:cNvPr id="22" name="TextBox 21">
            <a:extLst>
              <a:ext uri="{FF2B5EF4-FFF2-40B4-BE49-F238E27FC236}">
                <a16:creationId xmlns:a16="http://schemas.microsoft.com/office/drawing/2014/main" id="{EC190925-2F46-A98E-FE74-E4F3BAF48D6A}"/>
              </a:ext>
            </a:extLst>
          </p:cNvPr>
          <p:cNvSpPr txBox="1">
            <a:spLocks/>
          </p:cNvSpPr>
          <p:nvPr/>
        </p:nvSpPr>
        <p:spPr>
          <a:xfrm>
            <a:off x="6349628" y="50716"/>
            <a:ext cx="3297580"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3. Tourism</a:t>
            </a:r>
          </a:p>
        </p:txBody>
      </p:sp>
      <p:sp>
        <p:nvSpPr>
          <p:cNvPr id="12" name="TextBox 11">
            <a:extLst>
              <a:ext uri="{FF2B5EF4-FFF2-40B4-BE49-F238E27FC236}">
                <a16:creationId xmlns:a16="http://schemas.microsoft.com/office/drawing/2014/main" id="{E57CFB69-EBB0-3C00-70BA-9912A5CDEC83}"/>
              </a:ext>
            </a:extLst>
          </p:cNvPr>
          <p:cNvSpPr txBox="1"/>
          <p:nvPr/>
        </p:nvSpPr>
        <p:spPr>
          <a:xfrm>
            <a:off x="8006195" y="6097879"/>
            <a:ext cx="3474026" cy="738664"/>
          </a:xfrm>
          <a:prstGeom prst="rect">
            <a:avLst/>
          </a:prstGeom>
          <a:noFill/>
        </p:spPr>
        <p:txBody>
          <a:bodyPr wrap="square" rtlCol="0">
            <a:spAutoFit/>
          </a:bodyPr>
          <a:lstStyle/>
          <a:p>
            <a:pPr algn="r"/>
            <a:r>
              <a:rPr lang="en-US" sz="1400" b="1" dirty="0">
                <a:latin typeface="Corbel" panose="020B0503020204020204" pitchFamily="34" charset="0"/>
                <a:ea typeface="Verdana" panose="020B0604030504040204" pitchFamily="34" charset="0"/>
                <a:cs typeface="Beirut" pitchFamily="2" charset="-78"/>
              </a:rPr>
              <a:t>Orlando Timmerman</a:t>
            </a:r>
          </a:p>
          <a:p>
            <a:pPr algn="r"/>
            <a:r>
              <a:rPr lang="en-US" sz="1400" b="1" dirty="0">
                <a:latin typeface="Corbel" panose="020B0503020204020204" pitchFamily="34" charset="0"/>
                <a:ea typeface="Verdana" panose="020B0604030504040204" pitchFamily="34" charset="0"/>
                <a:cs typeface="Beirut" pitchFamily="2" charset="-78"/>
              </a:rPr>
              <a:t>Department of Earth Sciences</a:t>
            </a:r>
          </a:p>
          <a:p>
            <a:pPr algn="r"/>
            <a:r>
              <a:rPr lang="en-US" sz="1400" b="1" dirty="0" err="1">
                <a:latin typeface="Corbel" panose="020B0503020204020204" pitchFamily="34" charset="0"/>
                <a:ea typeface="Verdana" panose="020B0604030504040204" pitchFamily="34" charset="0"/>
                <a:cs typeface="Beirut" pitchFamily="2" charset="-78"/>
              </a:rPr>
              <a:t>Calcifiers</a:t>
            </a:r>
            <a:r>
              <a:rPr lang="en-US" sz="1400" b="1" dirty="0">
                <a:latin typeface="Corbel" panose="020B0503020204020204" pitchFamily="34" charset="0"/>
                <a:ea typeface="Verdana" panose="020B0604030504040204" pitchFamily="34" charset="0"/>
                <a:cs typeface="Beirut" pitchFamily="2" charset="-78"/>
              </a:rPr>
              <a:t> Group Meeting | 30.10.25</a:t>
            </a:r>
          </a:p>
        </p:txBody>
      </p:sp>
      <p:pic>
        <p:nvPicPr>
          <p:cNvPr id="2" name="Picture 16" descr="University of Cambridge Logo PNG Transparent &amp; SVG Vector - Freebie Supply">
            <a:extLst>
              <a:ext uri="{FF2B5EF4-FFF2-40B4-BE49-F238E27FC236}">
                <a16:creationId xmlns:a16="http://schemas.microsoft.com/office/drawing/2014/main" id="{AA523E2E-C2D0-7370-4485-24F8B513EE7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563928" y="6149159"/>
            <a:ext cx="506380" cy="636104"/>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37FD1089-FE2B-5763-0DF7-60F9F3FB9C2E}"/>
              </a:ext>
            </a:extLst>
          </p:cNvPr>
          <p:cNvSpPr txBox="1">
            <a:spLocks/>
          </p:cNvSpPr>
          <p:nvPr/>
        </p:nvSpPr>
        <p:spPr>
          <a:xfrm>
            <a:off x="9195583" y="50716"/>
            <a:ext cx="2725614"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4. </a:t>
            </a:r>
            <a:r>
              <a:rPr lang="en-US" sz="2800" b="1" dirty="0">
                <a:solidFill>
                  <a:srgbClr val="FFC000"/>
                </a:solidFill>
                <a:latin typeface="Corbel" panose="020B0503020204020204" pitchFamily="34" charset="0"/>
                <a:ea typeface="Verdana" panose="020B0604030504040204" pitchFamily="34" charset="0"/>
                <a:cs typeface="Beirut" pitchFamily="2" charset="-78"/>
              </a:rPr>
              <a:t>Proposal</a:t>
            </a:r>
          </a:p>
        </p:txBody>
      </p:sp>
      <p:graphicFrame>
        <p:nvGraphicFramePr>
          <p:cNvPr id="19" name="Table 5">
            <a:extLst>
              <a:ext uri="{FF2B5EF4-FFF2-40B4-BE49-F238E27FC236}">
                <a16:creationId xmlns:a16="http://schemas.microsoft.com/office/drawing/2014/main" id="{34D76E98-2B46-ECE2-FF53-70408B2D7CB7}"/>
              </a:ext>
            </a:extLst>
          </p:cNvPr>
          <p:cNvGraphicFramePr>
            <a:graphicFrameLocks noGrp="1"/>
          </p:cNvGraphicFramePr>
          <p:nvPr>
            <p:extLst>
              <p:ext uri="{D42A27DB-BD31-4B8C-83A1-F6EECF244321}">
                <p14:modId xmlns:p14="http://schemas.microsoft.com/office/powerpoint/2010/main" val="605743250"/>
              </p:ext>
            </p:extLst>
          </p:nvPr>
        </p:nvGraphicFramePr>
        <p:xfrm>
          <a:off x="7326056" y="1059138"/>
          <a:ext cx="4412825" cy="2738860"/>
        </p:xfrm>
        <a:graphic>
          <a:graphicData uri="http://schemas.openxmlformats.org/drawingml/2006/table">
            <a:tbl>
              <a:tblPr firstRow="1" bandRow="1">
                <a:tableStyleId>{5C22544A-7EE6-4342-B048-85BDC9FD1C3A}</a:tableStyleId>
              </a:tblPr>
              <a:tblGrid>
                <a:gridCol w="4412825">
                  <a:extLst>
                    <a:ext uri="{9D8B030D-6E8A-4147-A177-3AD203B41FA5}">
                      <a16:colId xmlns:a16="http://schemas.microsoft.com/office/drawing/2014/main" val="120533061"/>
                    </a:ext>
                  </a:extLst>
                </a:gridCol>
              </a:tblGrid>
              <a:tr h="684715">
                <a:tc>
                  <a:txBody>
                    <a:bodyPr/>
                    <a:lstStyle/>
                    <a:p>
                      <a:pPr algn="ctr"/>
                      <a:r>
                        <a:rPr lang="en-US" sz="1800" b="1" dirty="0">
                          <a:solidFill>
                            <a:schemeClr val="tx1"/>
                          </a:solidFill>
                          <a:latin typeface="Corbel" panose="020B0503020204020204" pitchFamily="34" charset="0"/>
                          <a:cs typeface="Courier New" panose="02070309020205020404" pitchFamily="49" charset="0"/>
                        </a:rPr>
                        <a:t>Depth &amp; Seafloor Slope</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1241631572"/>
                  </a:ext>
                </a:extLst>
              </a:tr>
              <a:tr h="684715">
                <a:tc>
                  <a:txBody>
                    <a:bodyPr/>
                    <a:lstStyle/>
                    <a:p>
                      <a:pPr algn="ctr"/>
                      <a:r>
                        <a:rPr lang="en-US" sz="1800" b="0" dirty="0">
                          <a:solidFill>
                            <a:schemeClr val="tx1"/>
                          </a:solidFill>
                          <a:latin typeface="Corbel" panose="020B0503020204020204" pitchFamily="34" charset="0"/>
                          <a:cs typeface="Courier New" panose="02070309020205020404" pitchFamily="49" charset="0"/>
                        </a:rPr>
                        <a:t>General Bathymetric Chart of the Oceans (GEBCO)</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15080457"/>
                  </a:ext>
                </a:extLst>
              </a:tr>
              <a:tr h="684715">
                <a:tc>
                  <a:txBody>
                    <a:bodyPr/>
                    <a:lstStyle/>
                    <a:p>
                      <a:pPr algn="ctr"/>
                      <a:r>
                        <a:rPr lang="en-US" sz="1800" b="0" dirty="0">
                          <a:solidFill>
                            <a:schemeClr val="tx1"/>
                          </a:solidFill>
                          <a:latin typeface="Corbel" panose="020B0503020204020204" pitchFamily="34" charset="0"/>
                          <a:cs typeface="Courier New" panose="02070309020205020404" pitchFamily="49" charset="0"/>
                        </a:rPr>
                        <a:t>~452m (</a:t>
                      </a:r>
                      <a:r>
                        <a:rPr lang="en-GB" sz="1800" b="0" i="0" u="none" strike="noStrike" kern="1200" dirty="0">
                          <a:solidFill>
                            <a:schemeClr val="tx1"/>
                          </a:solidFill>
                          <a:effectLst/>
                          <a:latin typeface="Corbel" panose="020B0503020204020204" pitchFamily="34" charset="0"/>
                          <a:ea typeface="+mn-ea"/>
                          <a:cs typeface="Courier New" panose="02070309020205020404" pitchFamily="49" charset="0"/>
                        </a:rPr>
                        <a:t>~4×10</a:t>
                      </a:r>
                      <a:r>
                        <a:rPr lang="en-GB" sz="1800" b="0" i="0" u="none" strike="noStrike" kern="1200" baseline="30000" dirty="0">
                          <a:solidFill>
                            <a:schemeClr val="tx1"/>
                          </a:solidFill>
                          <a:effectLst/>
                          <a:latin typeface="Corbel" panose="020B0503020204020204" pitchFamily="34" charset="0"/>
                          <a:ea typeface="+mn-ea"/>
                          <a:cs typeface="Courier New" panose="02070309020205020404" pitchFamily="49" charset="0"/>
                        </a:rPr>
                        <a:t>-3 </a:t>
                      </a:r>
                      <a:r>
                        <a:rPr lang="en-GB" sz="1800" b="0" i="0" u="none" strike="noStrike" kern="1200" dirty="0">
                          <a:solidFill>
                            <a:schemeClr val="tx1"/>
                          </a:solidFill>
                          <a:effectLst/>
                          <a:latin typeface="Corbel" panose="020B0503020204020204" pitchFamily="34" charset="0"/>
                          <a:ea typeface="+mn-ea"/>
                          <a:cs typeface="Courier New" panose="02070309020205020404" pitchFamily="49" charset="0"/>
                        </a:rPr>
                        <a:t>º)</a:t>
                      </a:r>
                      <a:endParaRPr lang="en-US" sz="1800" b="0" dirty="0">
                        <a:solidFill>
                          <a:schemeClr val="tx1"/>
                        </a:solidFill>
                        <a:latin typeface="Corbel" panose="020B0503020204020204" pitchFamily="34" charset="0"/>
                        <a:cs typeface="Courier New" panose="02070309020205020404" pitchFamily="49"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7344915"/>
                  </a:ext>
                </a:extLst>
              </a:tr>
              <a:tr h="684715">
                <a:tc>
                  <a:txBody>
                    <a:bodyPr/>
                    <a:lstStyle/>
                    <a:p>
                      <a:pPr algn="ctr"/>
                      <a:r>
                        <a:rPr lang="en-US" sz="1800" dirty="0">
                          <a:solidFill>
                            <a:schemeClr val="tx1"/>
                          </a:solidFill>
                          <a:latin typeface="Corbel" panose="020B0503020204020204" pitchFamily="34" charset="0"/>
                          <a:cs typeface="Courier New" panose="02070309020205020404" pitchFamily="49" charset="0"/>
                        </a:rPr>
                        <a:t>Regular updates, latest 2023</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0440107"/>
                  </a:ext>
                </a:extLst>
              </a:tr>
            </a:tbl>
          </a:graphicData>
        </a:graphic>
      </p:graphicFrame>
      <p:graphicFrame>
        <p:nvGraphicFramePr>
          <p:cNvPr id="26" name="Table 25">
            <a:extLst>
              <a:ext uri="{FF2B5EF4-FFF2-40B4-BE49-F238E27FC236}">
                <a16:creationId xmlns:a16="http://schemas.microsoft.com/office/drawing/2014/main" id="{8430B527-A13B-0CF5-A87E-E2A83B9DFB91}"/>
              </a:ext>
            </a:extLst>
          </p:cNvPr>
          <p:cNvGraphicFramePr>
            <a:graphicFrameLocks noGrp="1"/>
          </p:cNvGraphicFramePr>
          <p:nvPr>
            <p:extLst>
              <p:ext uri="{D42A27DB-BD31-4B8C-83A1-F6EECF244321}">
                <p14:modId xmlns:p14="http://schemas.microsoft.com/office/powerpoint/2010/main" val="2983477848"/>
              </p:ext>
            </p:extLst>
          </p:nvPr>
        </p:nvGraphicFramePr>
        <p:xfrm>
          <a:off x="2141865" y="1059138"/>
          <a:ext cx="4412825" cy="2738860"/>
        </p:xfrm>
        <a:graphic>
          <a:graphicData uri="http://schemas.openxmlformats.org/drawingml/2006/table">
            <a:tbl>
              <a:tblPr firstRow="1" bandRow="1">
                <a:tableStyleId>{5C22544A-7EE6-4342-B048-85BDC9FD1C3A}</a:tableStyleId>
              </a:tblPr>
              <a:tblGrid>
                <a:gridCol w="4412825">
                  <a:extLst>
                    <a:ext uri="{9D8B030D-6E8A-4147-A177-3AD203B41FA5}">
                      <a16:colId xmlns:a16="http://schemas.microsoft.com/office/drawing/2014/main" val="120533061"/>
                    </a:ext>
                  </a:extLst>
                </a:gridCol>
              </a:tblGrid>
              <a:tr h="684715">
                <a:tc>
                  <a:txBody>
                    <a:bodyPr/>
                    <a:lstStyle/>
                    <a:p>
                      <a:pPr algn="ctr"/>
                      <a:r>
                        <a:rPr lang="en-US" sz="1800" b="1" dirty="0">
                          <a:solidFill>
                            <a:schemeClr val="tx1"/>
                          </a:solidFill>
                          <a:latin typeface="Corbel" panose="020B0503020204020204" pitchFamily="34" charset="0"/>
                          <a:cs typeface="Courier New" panose="02070309020205020404" pitchFamily="49" charset="0"/>
                        </a:rPr>
                        <a:t>Coral presence ground truth</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1241631572"/>
                  </a:ext>
                </a:extLst>
              </a:tr>
              <a:tr h="684715">
                <a:tc>
                  <a:txBody>
                    <a:bodyPr/>
                    <a:lstStyle/>
                    <a:p>
                      <a:pPr algn="ctr"/>
                      <a:r>
                        <a:rPr lang="en-US" sz="1800" b="0" dirty="0">
                          <a:solidFill>
                            <a:schemeClr val="tx1"/>
                          </a:solidFill>
                          <a:latin typeface="Corbel" panose="020B0503020204020204" pitchFamily="34" charset="0"/>
                          <a:cs typeface="Courier New" panose="02070309020205020404" pitchFamily="49" charset="0"/>
                        </a:rPr>
                        <a:t>UNEP-WCMC </a:t>
                      </a:r>
                    </a:p>
                    <a:p>
                      <a:pPr algn="ctr"/>
                      <a:r>
                        <a:rPr lang="en-US" sz="1800" b="0" dirty="0">
                          <a:solidFill>
                            <a:schemeClr val="tx1"/>
                          </a:solidFill>
                          <a:latin typeface="Corbel" panose="020B0503020204020204" pitchFamily="34" charset="0"/>
                          <a:cs typeface="Courier New" panose="02070309020205020404" pitchFamily="49" charset="0"/>
                        </a:rPr>
                        <a:t>Global Distribution of Coral Reefs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9947880"/>
                  </a:ext>
                </a:extLst>
              </a:tr>
              <a:tr h="684715">
                <a:tc>
                  <a:txBody>
                    <a:bodyPr/>
                    <a:lstStyle/>
                    <a:p>
                      <a:pPr algn="ctr"/>
                      <a:r>
                        <a:rPr lang="en-GB" sz="1800" b="0" dirty="0">
                          <a:solidFill>
                            <a:schemeClr val="tx1"/>
                          </a:solidFill>
                          <a:latin typeface="Corbel" panose="020B0503020204020204" pitchFamily="34" charset="0"/>
                          <a:cs typeface="Courier New" panose="02070309020205020404" pitchFamily="49" charset="0"/>
                        </a:rPr>
                        <a:t>30m (</a:t>
                      </a:r>
                      <a:r>
                        <a:rPr lang="en-GB" sz="1800" b="0" i="0" u="none" strike="noStrike" kern="1200" dirty="0">
                          <a:solidFill>
                            <a:schemeClr val="tx1"/>
                          </a:solidFill>
                          <a:effectLst/>
                          <a:latin typeface="Corbel" panose="020B0503020204020204" pitchFamily="34" charset="0"/>
                          <a:ea typeface="+mn-ea"/>
                          <a:cs typeface="Courier New" panose="02070309020205020404" pitchFamily="49" charset="0"/>
                        </a:rPr>
                        <a:t>~3×10</a:t>
                      </a:r>
                      <a:r>
                        <a:rPr lang="en-GB" sz="1800" b="0" i="0" u="none" strike="noStrike" kern="1200" baseline="30000" dirty="0">
                          <a:solidFill>
                            <a:schemeClr val="tx1"/>
                          </a:solidFill>
                          <a:effectLst/>
                          <a:latin typeface="Corbel" panose="020B0503020204020204" pitchFamily="34" charset="0"/>
                          <a:ea typeface="+mn-ea"/>
                          <a:cs typeface="Courier New" panose="02070309020205020404" pitchFamily="49" charset="0"/>
                        </a:rPr>
                        <a:t>-4 </a:t>
                      </a:r>
                      <a:r>
                        <a:rPr lang="en-GB" sz="1800" b="0" i="0" u="none" strike="noStrike" kern="1200" dirty="0">
                          <a:solidFill>
                            <a:schemeClr val="tx1"/>
                          </a:solidFill>
                          <a:effectLst/>
                          <a:latin typeface="Corbel" panose="020B0503020204020204" pitchFamily="34" charset="0"/>
                          <a:ea typeface="+mn-ea"/>
                          <a:cs typeface="Courier New" panose="02070309020205020404" pitchFamily="49" charset="0"/>
                        </a:rPr>
                        <a:t>º)</a:t>
                      </a:r>
                      <a:endParaRPr lang="en-US" sz="1800" b="0" dirty="0">
                        <a:solidFill>
                          <a:schemeClr val="tx1"/>
                        </a:solidFill>
                        <a:latin typeface="Corbel" panose="020B0503020204020204" pitchFamily="34" charset="0"/>
                        <a:cs typeface="Courier New" panose="02070309020205020404" pitchFamily="49"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7344915"/>
                  </a:ext>
                </a:extLst>
              </a:tr>
              <a:tr h="684715">
                <a:tc>
                  <a:txBody>
                    <a:bodyPr/>
                    <a:lstStyle/>
                    <a:p>
                      <a:pPr algn="ctr"/>
                      <a:r>
                        <a:rPr lang="en-US" sz="1800" dirty="0">
                          <a:solidFill>
                            <a:schemeClr val="tx1"/>
                          </a:solidFill>
                          <a:latin typeface="Corbel" panose="020B0503020204020204" pitchFamily="34" charset="0"/>
                          <a:cs typeface="Courier New" panose="02070309020205020404" pitchFamily="49" charset="0"/>
                        </a:rPr>
                        <a:t>Static, acquired 1980-2018</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0440107"/>
                  </a:ext>
                </a:extLst>
              </a:tr>
            </a:tbl>
          </a:graphicData>
        </a:graphic>
      </p:graphicFrame>
      <p:pic>
        <p:nvPicPr>
          <p:cNvPr id="27" name="Picture 26" descr="A satellite view of land and water&#10;&#10;Description automatically generated">
            <a:extLst>
              <a:ext uri="{FF2B5EF4-FFF2-40B4-BE49-F238E27FC236}">
                <a16:creationId xmlns:a16="http://schemas.microsoft.com/office/drawing/2014/main" id="{0D5B1385-4165-E8BA-1CF2-E2562BC76FD8}"/>
              </a:ext>
            </a:extLst>
          </p:cNvPr>
          <p:cNvPicPr>
            <a:picLocks noChangeAspect="1"/>
          </p:cNvPicPr>
          <p:nvPr/>
        </p:nvPicPr>
        <p:blipFill rotWithShape="1">
          <a:blip r:embed="rId8"/>
          <a:srcRect b="15096"/>
          <a:stretch/>
        </p:blipFill>
        <p:spPr>
          <a:xfrm>
            <a:off x="2141865" y="4057395"/>
            <a:ext cx="4412825" cy="1618355"/>
          </a:xfrm>
          <a:prstGeom prst="rect">
            <a:avLst/>
          </a:prstGeom>
          <a:ln w="38100">
            <a:solidFill>
              <a:schemeClr val="tx1"/>
            </a:solidFill>
          </a:ln>
        </p:spPr>
      </p:pic>
      <p:pic>
        <p:nvPicPr>
          <p:cNvPr id="30" name="Picture 29">
            <a:extLst>
              <a:ext uri="{FF2B5EF4-FFF2-40B4-BE49-F238E27FC236}">
                <a16:creationId xmlns:a16="http://schemas.microsoft.com/office/drawing/2014/main" id="{C85B53EE-87DC-4500-F1BC-787BB0E2C964}"/>
              </a:ext>
            </a:extLst>
          </p:cNvPr>
          <p:cNvPicPr>
            <a:picLocks noChangeAspect="1"/>
          </p:cNvPicPr>
          <p:nvPr/>
        </p:nvPicPr>
        <p:blipFill rotWithShape="1">
          <a:blip r:embed="rId9"/>
          <a:srcRect l="32832" t="46317" r="9065" b="9960"/>
          <a:stretch/>
        </p:blipFill>
        <p:spPr>
          <a:xfrm>
            <a:off x="7326056" y="4078888"/>
            <a:ext cx="1953477" cy="1601634"/>
          </a:xfrm>
          <a:prstGeom prst="rect">
            <a:avLst/>
          </a:prstGeom>
          <a:ln w="38100">
            <a:solidFill>
              <a:schemeClr val="tx1"/>
            </a:solidFill>
          </a:ln>
        </p:spPr>
      </p:pic>
      <p:pic>
        <p:nvPicPr>
          <p:cNvPr id="31" name="Picture 30">
            <a:extLst>
              <a:ext uri="{FF2B5EF4-FFF2-40B4-BE49-F238E27FC236}">
                <a16:creationId xmlns:a16="http://schemas.microsoft.com/office/drawing/2014/main" id="{2C30D1CA-AEB0-5D93-25B0-C414D536E364}"/>
              </a:ext>
            </a:extLst>
          </p:cNvPr>
          <p:cNvPicPr>
            <a:picLocks noChangeAspect="1"/>
          </p:cNvPicPr>
          <p:nvPr/>
        </p:nvPicPr>
        <p:blipFill rotWithShape="1">
          <a:blip r:embed="rId10"/>
          <a:srcRect l="32398" t="46229" r="9064" b="10048"/>
          <a:stretch/>
        </p:blipFill>
        <p:spPr>
          <a:xfrm>
            <a:off x="9785405" y="4074116"/>
            <a:ext cx="1953476" cy="1601634"/>
          </a:xfrm>
          <a:prstGeom prst="rect">
            <a:avLst/>
          </a:prstGeom>
          <a:ln w="38100">
            <a:solidFill>
              <a:schemeClr val="tx1"/>
            </a:solidFill>
          </a:ln>
        </p:spPr>
      </p:pic>
      <p:sp>
        <p:nvSpPr>
          <p:cNvPr id="35" name="TextBox 34">
            <a:extLst>
              <a:ext uri="{FF2B5EF4-FFF2-40B4-BE49-F238E27FC236}">
                <a16:creationId xmlns:a16="http://schemas.microsoft.com/office/drawing/2014/main" id="{2641C9D8-B638-E378-F2FE-B06C2B94BEC8}"/>
              </a:ext>
            </a:extLst>
          </p:cNvPr>
          <p:cNvSpPr txBox="1"/>
          <p:nvPr/>
        </p:nvSpPr>
        <p:spPr>
          <a:xfrm>
            <a:off x="7326055" y="5320117"/>
            <a:ext cx="1063981" cy="369332"/>
          </a:xfrm>
          <a:prstGeom prst="rect">
            <a:avLst/>
          </a:prstGeom>
          <a:noFill/>
        </p:spPr>
        <p:txBody>
          <a:bodyPr wrap="square" rtlCol="0">
            <a:spAutoFit/>
          </a:bodyPr>
          <a:lstStyle/>
          <a:p>
            <a:r>
              <a:rPr lang="en-US" dirty="0">
                <a:latin typeface="Corbel" panose="020B0503020204020204" pitchFamily="34" charset="0"/>
                <a:cs typeface="Courier New" panose="02070309020205020404" pitchFamily="49" charset="0"/>
              </a:rPr>
              <a:t>Depth</a:t>
            </a:r>
          </a:p>
        </p:txBody>
      </p:sp>
      <p:sp>
        <p:nvSpPr>
          <p:cNvPr id="37" name="TextBox 36">
            <a:extLst>
              <a:ext uri="{FF2B5EF4-FFF2-40B4-BE49-F238E27FC236}">
                <a16:creationId xmlns:a16="http://schemas.microsoft.com/office/drawing/2014/main" id="{F4DF4E16-0DC0-5443-1716-021E6C32423C}"/>
              </a:ext>
            </a:extLst>
          </p:cNvPr>
          <p:cNvSpPr txBox="1"/>
          <p:nvPr/>
        </p:nvSpPr>
        <p:spPr>
          <a:xfrm>
            <a:off x="9781308" y="5320117"/>
            <a:ext cx="1063981" cy="369332"/>
          </a:xfrm>
          <a:prstGeom prst="rect">
            <a:avLst/>
          </a:prstGeom>
          <a:noFill/>
        </p:spPr>
        <p:txBody>
          <a:bodyPr wrap="square" rtlCol="0">
            <a:spAutoFit/>
          </a:bodyPr>
          <a:lstStyle/>
          <a:p>
            <a:r>
              <a:rPr lang="en-US" dirty="0">
                <a:latin typeface="Corbel" panose="020B0503020204020204" pitchFamily="34" charset="0"/>
                <a:cs typeface="Courier New" panose="02070309020205020404" pitchFamily="49" charset="0"/>
              </a:rPr>
              <a:t>Slope</a:t>
            </a:r>
          </a:p>
        </p:txBody>
      </p:sp>
      <p:graphicFrame>
        <p:nvGraphicFramePr>
          <p:cNvPr id="38" name="Table 37">
            <a:extLst>
              <a:ext uri="{FF2B5EF4-FFF2-40B4-BE49-F238E27FC236}">
                <a16:creationId xmlns:a16="http://schemas.microsoft.com/office/drawing/2014/main" id="{C285CD07-4B60-FF9E-0AB1-98FEAE717371}"/>
              </a:ext>
            </a:extLst>
          </p:cNvPr>
          <p:cNvGraphicFramePr>
            <a:graphicFrameLocks noGrp="1"/>
          </p:cNvGraphicFramePr>
          <p:nvPr/>
        </p:nvGraphicFramePr>
        <p:xfrm>
          <a:off x="6477000" y="1803400"/>
          <a:ext cx="208280" cy="365760"/>
        </p:xfrm>
        <a:graphic>
          <a:graphicData uri="http://schemas.openxmlformats.org/drawingml/2006/table">
            <a:tbl>
              <a:tblPr/>
              <a:tblGrid>
                <a:gridCol w="208280">
                  <a:extLst>
                    <a:ext uri="{9D8B030D-6E8A-4147-A177-3AD203B41FA5}">
                      <a16:colId xmlns:a16="http://schemas.microsoft.com/office/drawing/2014/main" val="179028378"/>
                    </a:ext>
                  </a:extLst>
                </a:gridCol>
              </a:tblGrid>
              <a:tr h="228600">
                <a:tc>
                  <a:txBody>
                    <a:bodyPr/>
                    <a:lstStyle/>
                    <a:p>
                      <a:endParaRPr lang="en-US" dirty="0"/>
                    </a:p>
                  </a:txBody>
                  <a:tcPr>
                    <a:lnL>
                      <a:noFill/>
                    </a:lnL>
                    <a:lnR>
                      <a:noFill/>
                    </a:lnR>
                    <a:lnT>
                      <a:noFill/>
                    </a:lnT>
                    <a:lnB>
                      <a:noFill/>
                    </a:lnB>
                  </a:tcPr>
                </a:tc>
                <a:extLst>
                  <a:ext uri="{0D108BD9-81ED-4DB2-BD59-A6C34878D82A}">
                    <a16:rowId xmlns:a16="http://schemas.microsoft.com/office/drawing/2014/main" val="2951314052"/>
                  </a:ext>
                </a:extLst>
              </a:tr>
            </a:tbl>
          </a:graphicData>
        </a:graphic>
      </p:graphicFrame>
      <p:pic>
        <p:nvPicPr>
          <p:cNvPr id="40" name="Picture 39">
            <a:extLst>
              <a:ext uri="{FF2B5EF4-FFF2-40B4-BE49-F238E27FC236}">
                <a16:creationId xmlns:a16="http://schemas.microsoft.com/office/drawing/2014/main" id="{A58964B5-4FDD-38B5-5303-293064F5DD7F}"/>
              </a:ext>
            </a:extLst>
          </p:cNvPr>
          <p:cNvPicPr>
            <a:picLocks noChangeAspect="1"/>
          </p:cNvPicPr>
          <p:nvPr/>
        </p:nvPicPr>
        <p:blipFill>
          <a:blip r:embed="rId11"/>
          <a:srcRect/>
          <a:stretch/>
        </p:blipFill>
        <p:spPr>
          <a:xfrm>
            <a:off x="1006964" y="6090158"/>
            <a:ext cx="577686" cy="577686"/>
          </a:xfrm>
          <a:prstGeom prst="rect">
            <a:avLst/>
          </a:prstGeom>
        </p:spPr>
      </p:pic>
    </p:spTree>
    <p:extLst>
      <p:ext uri="{BB962C8B-B14F-4D97-AF65-F5344CB8AC3E}">
        <p14:creationId xmlns:p14="http://schemas.microsoft.com/office/powerpoint/2010/main" val="196477695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3CC78-F8F6-D9BD-9834-FF896C25FE5B}"/>
            </a:ext>
          </a:extLst>
        </p:cNvPr>
        <p:cNvGrpSpPr/>
        <p:nvPr/>
      </p:nvGrpSpPr>
      <p:grpSpPr>
        <a:xfrm>
          <a:off x="0" y="0"/>
          <a:ext cx="0" cy="0"/>
          <a:chOff x="0" y="0"/>
          <a:chExt cx="0" cy="0"/>
        </a:xfrm>
      </p:grpSpPr>
      <p:pic>
        <p:nvPicPr>
          <p:cNvPr id="8" name="Picture 7" descr="Scuba divers under water&#10;&#10;AI-generated content may be incorrect.">
            <a:extLst>
              <a:ext uri="{FF2B5EF4-FFF2-40B4-BE49-F238E27FC236}">
                <a16:creationId xmlns:a16="http://schemas.microsoft.com/office/drawing/2014/main" id="{684E00B5-0D09-B98C-0663-57738149033E}"/>
              </a:ext>
            </a:extLst>
          </p:cNvPr>
          <p:cNvPicPr>
            <a:picLocks noGrp="1" noRot="1" noChangeAspect="1" noMove="1" noResize="1" noEditPoints="1" noAdjustHandles="1" noChangeArrowheads="1" noChangeShapeType="1" noCrop="1"/>
          </p:cNvPicPr>
          <p:nvPr/>
        </p:nvPicPr>
        <p:blipFill>
          <a:blip r:embed="rId3" cstate="screen">
            <a:extLst>
              <a:ext uri="{BEBA8EAE-BF5A-486C-A8C5-ECC9F3942E4B}">
                <a14:imgProps xmlns:a14="http://schemas.microsoft.com/office/drawing/2010/main">
                  <a14:imgLayer r:embed="rId4">
                    <a14:imgEffect>
                      <a14:brightnessContrast bright="-60000"/>
                    </a14:imgEffect>
                  </a14:imgLayer>
                </a14:imgProps>
              </a:ext>
              <a:ext uri="{28A0092B-C50C-407E-A947-70E740481C1C}">
                <a14:useLocalDpi xmlns:a14="http://schemas.microsoft.com/office/drawing/2010/main"/>
              </a:ext>
            </a:extLst>
          </a:blip>
          <a:srcRect/>
          <a:stretch/>
        </p:blipFill>
        <p:spPr>
          <a:xfrm>
            <a:off x="1" y="-3750"/>
            <a:ext cx="1591982" cy="6858000"/>
          </a:xfrm>
          <a:prstGeom prst="rect">
            <a:avLst/>
          </a:prstGeom>
        </p:spPr>
      </p:pic>
      <p:sp>
        <p:nvSpPr>
          <p:cNvPr id="21" name="Right Triangle 20">
            <a:extLst>
              <a:ext uri="{FF2B5EF4-FFF2-40B4-BE49-F238E27FC236}">
                <a16:creationId xmlns:a16="http://schemas.microsoft.com/office/drawing/2014/main" id="{5653B769-0F40-4634-584C-397BEE201609}"/>
              </a:ext>
            </a:extLst>
          </p:cNvPr>
          <p:cNvSpPr>
            <a:spLocks noGrp="1" noRot="1" noMove="1" noResize="1" noEditPoints="1" noAdjustHandles="1" noChangeArrowheads="1" noChangeShapeType="1"/>
          </p:cNvSpPr>
          <p:nvPr/>
        </p:nvSpPr>
        <p:spPr>
          <a:xfrm flipH="1">
            <a:off x="0" y="5309760"/>
            <a:ext cx="1591982" cy="1548239"/>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9D11CBC-F18D-2529-8CEC-8CB73595670D}"/>
              </a:ext>
            </a:extLst>
          </p:cNvPr>
          <p:cNvSpPr txBox="1"/>
          <p:nvPr/>
        </p:nvSpPr>
        <p:spPr>
          <a:xfrm>
            <a:off x="8006195" y="6097879"/>
            <a:ext cx="3474026" cy="738664"/>
          </a:xfrm>
          <a:prstGeom prst="rect">
            <a:avLst/>
          </a:prstGeom>
          <a:noFill/>
        </p:spPr>
        <p:txBody>
          <a:bodyPr wrap="square" rtlCol="0">
            <a:spAutoFit/>
          </a:bodyPr>
          <a:lstStyle/>
          <a:p>
            <a:pPr algn="r"/>
            <a:r>
              <a:rPr lang="en-US" sz="1400" b="1" dirty="0">
                <a:latin typeface="Corbel" panose="020B0503020204020204" pitchFamily="34" charset="0"/>
                <a:ea typeface="Verdana" panose="020B0604030504040204" pitchFamily="34" charset="0"/>
                <a:cs typeface="Beirut" pitchFamily="2" charset="-78"/>
              </a:rPr>
              <a:t>Orlando Timmerman</a:t>
            </a:r>
          </a:p>
          <a:p>
            <a:pPr algn="r"/>
            <a:r>
              <a:rPr lang="en-US" sz="1400" b="1" dirty="0">
                <a:latin typeface="Corbel" panose="020B0503020204020204" pitchFamily="34" charset="0"/>
                <a:ea typeface="Verdana" panose="020B0604030504040204" pitchFamily="34" charset="0"/>
                <a:cs typeface="Beirut" pitchFamily="2" charset="-78"/>
              </a:rPr>
              <a:t>Department of Earth Sciences</a:t>
            </a:r>
          </a:p>
          <a:p>
            <a:pPr algn="r"/>
            <a:r>
              <a:rPr lang="en-US" sz="1400" b="1" dirty="0" err="1">
                <a:latin typeface="Corbel" panose="020B0503020204020204" pitchFamily="34" charset="0"/>
                <a:ea typeface="Verdana" panose="020B0604030504040204" pitchFamily="34" charset="0"/>
                <a:cs typeface="Beirut" pitchFamily="2" charset="-78"/>
              </a:rPr>
              <a:t>Calcifiers</a:t>
            </a:r>
            <a:r>
              <a:rPr lang="en-US" sz="1400" b="1" dirty="0">
                <a:latin typeface="Corbel" panose="020B0503020204020204" pitchFamily="34" charset="0"/>
                <a:ea typeface="Verdana" panose="020B0604030504040204" pitchFamily="34" charset="0"/>
                <a:cs typeface="Beirut" pitchFamily="2" charset="-78"/>
              </a:rPr>
              <a:t> Group Meeting | 30.10.25</a:t>
            </a:r>
          </a:p>
        </p:txBody>
      </p:sp>
      <p:pic>
        <p:nvPicPr>
          <p:cNvPr id="2" name="Picture 16" descr="University of Cambridge Logo PNG Transparent &amp; SVG Vector - Freebie Supply">
            <a:extLst>
              <a:ext uri="{FF2B5EF4-FFF2-40B4-BE49-F238E27FC236}">
                <a16:creationId xmlns:a16="http://schemas.microsoft.com/office/drawing/2014/main" id="{074BDE68-CE28-731E-957F-D269ED78087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63928" y="6149159"/>
            <a:ext cx="506380" cy="63610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9" name="Table 18">
            <a:extLst>
              <a:ext uri="{FF2B5EF4-FFF2-40B4-BE49-F238E27FC236}">
                <a16:creationId xmlns:a16="http://schemas.microsoft.com/office/drawing/2014/main" id="{4F508FA4-9CD9-CD2C-3FB2-7460B9A9EC1C}"/>
              </a:ext>
            </a:extLst>
          </p:cNvPr>
          <p:cNvGraphicFramePr>
            <a:graphicFrameLocks noGrp="1"/>
          </p:cNvGraphicFramePr>
          <p:nvPr/>
        </p:nvGraphicFramePr>
        <p:xfrm>
          <a:off x="1919127" y="1063089"/>
          <a:ext cx="9944627" cy="3274340"/>
        </p:xfrm>
        <a:graphic>
          <a:graphicData uri="http://schemas.openxmlformats.org/drawingml/2006/table">
            <a:tbl>
              <a:tblPr firstRow="1" bandRow="1">
                <a:tableStyleId>{5C22544A-7EE6-4342-B048-85BDC9FD1C3A}</a:tableStyleId>
              </a:tblPr>
              <a:tblGrid>
                <a:gridCol w="9944627">
                  <a:extLst>
                    <a:ext uri="{9D8B030D-6E8A-4147-A177-3AD203B41FA5}">
                      <a16:colId xmlns:a16="http://schemas.microsoft.com/office/drawing/2014/main" val="4135170948"/>
                    </a:ext>
                  </a:extLst>
                </a:gridCol>
              </a:tblGrid>
              <a:tr h="68744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b="1" i="0" kern="1200" dirty="0">
                          <a:solidFill>
                            <a:schemeClr val="tx1"/>
                          </a:solidFill>
                          <a:effectLst/>
                          <a:latin typeface="Corbel" panose="020B0503020204020204" pitchFamily="34" charset="0"/>
                          <a:ea typeface="+mn-ea"/>
                          <a:cs typeface="Courier New" panose="02070309020205020404" pitchFamily="49" charset="0"/>
                        </a:rPr>
                        <a:t>WCRP Coupled Model Intercomparison Project (</a:t>
                      </a:r>
                      <a:r>
                        <a:rPr lang="en-US" sz="1800" b="1" dirty="0">
                          <a:solidFill>
                            <a:schemeClr val="tx1"/>
                          </a:solidFill>
                          <a:latin typeface="Corbel" panose="020B0503020204020204" pitchFamily="34" charset="0"/>
                          <a:cs typeface="Courier New" panose="02070309020205020404" pitchFamily="49" charset="0"/>
                        </a:rPr>
                        <a:t>CMIP6)</a:t>
                      </a:r>
                    </a:p>
                  </a:txBody>
                  <a:tcPr anchor="ctr">
                    <a:lnL w="38100" cap="flat" cmpd="sng" algn="ctr">
                      <a:solidFill>
                        <a:srgbClr val="11213C"/>
                      </a:solidFill>
                      <a:prstDash val="solid"/>
                      <a:round/>
                      <a:headEnd type="none" w="med" len="med"/>
                      <a:tailEnd type="none" w="med" len="med"/>
                    </a:lnL>
                    <a:lnR w="38100" cap="flat" cmpd="sng" algn="ctr">
                      <a:solidFill>
                        <a:srgbClr val="11213C"/>
                      </a:solidFill>
                      <a:prstDash val="solid"/>
                      <a:round/>
                      <a:headEnd type="none" w="med" len="med"/>
                      <a:tailEnd type="none" w="med" len="med"/>
                    </a:lnR>
                    <a:lnT w="38100" cap="flat" cmpd="sng" algn="ctr">
                      <a:solidFill>
                        <a:srgbClr val="11213C"/>
                      </a:solidFill>
                      <a:prstDash val="solid"/>
                      <a:round/>
                      <a:headEnd type="none" w="med" len="med"/>
                      <a:tailEnd type="none" w="med" len="med"/>
                    </a:lnT>
                    <a:lnB w="38100" cap="flat" cmpd="sng" algn="ctr">
                      <a:solidFill>
                        <a:srgbClr val="11213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531794731"/>
                  </a:ext>
                </a:extLst>
              </a:tr>
              <a:tr h="1198402">
                <a:tc>
                  <a:txBody>
                    <a:bodyPr/>
                    <a:lstStyle/>
                    <a:p>
                      <a:pPr algn="ctr"/>
                      <a:endParaRPr lang="en-US" dirty="0"/>
                    </a:p>
                  </a:txBody>
                  <a:tcPr anchor="ctr">
                    <a:lnL w="38100" cap="flat" cmpd="sng" algn="ctr">
                      <a:solidFill>
                        <a:srgbClr val="11213C"/>
                      </a:solidFill>
                      <a:prstDash val="solid"/>
                      <a:round/>
                      <a:headEnd type="none" w="med" len="med"/>
                      <a:tailEnd type="none" w="med" len="med"/>
                    </a:lnL>
                    <a:lnR w="38100" cap="flat" cmpd="sng" algn="ctr">
                      <a:solidFill>
                        <a:srgbClr val="11213C"/>
                      </a:solidFill>
                      <a:prstDash val="solid"/>
                      <a:round/>
                      <a:headEnd type="none" w="med" len="med"/>
                      <a:tailEnd type="none" w="med" len="med"/>
                    </a:lnR>
                    <a:lnT w="38100" cap="flat" cmpd="sng" algn="ctr">
                      <a:solidFill>
                        <a:srgbClr val="11213C"/>
                      </a:solidFill>
                      <a:prstDash val="solid"/>
                      <a:round/>
                      <a:headEnd type="none" w="med" len="med"/>
                      <a:tailEnd type="none" w="med" len="med"/>
                    </a:lnT>
                    <a:lnB w="19050" cap="flat" cmpd="sng" algn="ctr">
                      <a:solidFill>
                        <a:srgbClr val="11213C"/>
                      </a:solidFill>
                      <a:prstDash val="solid"/>
                      <a:round/>
                      <a:headEnd type="none" w="med" len="med"/>
                      <a:tailEnd type="none" w="med" len="med"/>
                    </a:lnB>
                    <a:solidFill>
                      <a:schemeClr val="bg1"/>
                    </a:solidFill>
                  </a:tcPr>
                </a:tc>
                <a:extLst>
                  <a:ext uri="{0D108BD9-81ED-4DB2-BD59-A6C34878D82A}">
                    <a16:rowId xmlns:a16="http://schemas.microsoft.com/office/drawing/2014/main" val="3970594916"/>
                  </a:ext>
                </a:extLst>
              </a:tr>
              <a:tr h="7010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rbel" panose="020B0503020204020204" pitchFamily="34" charset="0"/>
                          <a:cs typeface="Courier New" panose="02070309020205020404" pitchFamily="49" charset="0"/>
                        </a:rPr>
                        <a:t>Hindcast (1850 - 2014) &amp; forecast (2015 - 2100) monthly means</a:t>
                      </a:r>
                    </a:p>
                  </a:txBody>
                  <a:tcPr anchor="ctr">
                    <a:lnL w="38100" cap="flat" cmpd="sng" algn="ctr">
                      <a:solidFill>
                        <a:srgbClr val="11213C"/>
                      </a:solidFill>
                      <a:prstDash val="solid"/>
                      <a:round/>
                      <a:headEnd type="none" w="med" len="med"/>
                      <a:tailEnd type="none" w="med" len="med"/>
                    </a:lnL>
                    <a:lnR w="38100" cap="flat" cmpd="sng" algn="ctr">
                      <a:solidFill>
                        <a:srgbClr val="11213C"/>
                      </a:solidFill>
                      <a:prstDash val="solid"/>
                      <a:round/>
                      <a:headEnd type="none" w="med" len="med"/>
                      <a:tailEnd type="none" w="med" len="med"/>
                    </a:lnR>
                    <a:lnT w="19050" cap="flat" cmpd="sng" algn="ctr">
                      <a:solidFill>
                        <a:srgbClr val="11213C"/>
                      </a:solidFill>
                      <a:prstDash val="solid"/>
                      <a:round/>
                      <a:headEnd type="none" w="med" len="med"/>
                      <a:tailEnd type="none" w="med" len="med"/>
                    </a:lnT>
                    <a:lnB w="19050" cap="flat" cmpd="sng" algn="ctr">
                      <a:solidFill>
                        <a:srgbClr val="11213C"/>
                      </a:solidFill>
                      <a:prstDash val="solid"/>
                      <a:round/>
                      <a:headEnd type="none" w="med" len="med"/>
                      <a:tailEnd type="none" w="med" len="med"/>
                    </a:lnB>
                    <a:solidFill>
                      <a:schemeClr val="bg1"/>
                    </a:solidFill>
                  </a:tcPr>
                </a:tc>
                <a:extLst>
                  <a:ext uri="{0D108BD9-81ED-4DB2-BD59-A6C34878D82A}">
                    <a16:rowId xmlns:a16="http://schemas.microsoft.com/office/drawing/2014/main" val="1122221578"/>
                  </a:ext>
                </a:extLst>
              </a:tr>
              <a:tr h="68744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Corbel" panose="020B0503020204020204" pitchFamily="34" charset="0"/>
                          <a:cs typeface="Courier New" panose="02070309020205020404" pitchFamily="49" charset="0"/>
                        </a:rPr>
                        <a:t>~27km (0.25º) spatial resolution</a:t>
                      </a:r>
                    </a:p>
                  </a:txBody>
                  <a:tcPr anchor="ctr">
                    <a:lnL w="38100" cap="flat" cmpd="sng" algn="ctr">
                      <a:solidFill>
                        <a:srgbClr val="11213C"/>
                      </a:solidFill>
                      <a:prstDash val="solid"/>
                      <a:round/>
                      <a:headEnd type="none" w="med" len="med"/>
                      <a:tailEnd type="none" w="med" len="med"/>
                    </a:lnL>
                    <a:lnR w="38100" cap="flat" cmpd="sng" algn="ctr">
                      <a:solidFill>
                        <a:srgbClr val="11213C"/>
                      </a:solidFill>
                      <a:prstDash val="solid"/>
                      <a:round/>
                      <a:headEnd type="none" w="med" len="med"/>
                      <a:tailEnd type="none" w="med" len="med"/>
                    </a:lnR>
                    <a:lnT w="19050" cap="flat" cmpd="sng" algn="ctr">
                      <a:solidFill>
                        <a:srgbClr val="11213C"/>
                      </a:solidFill>
                      <a:prstDash val="solid"/>
                      <a:round/>
                      <a:headEnd type="none" w="med" len="med"/>
                      <a:tailEnd type="none" w="med" len="med"/>
                    </a:lnT>
                    <a:lnB w="38100" cap="flat" cmpd="sng" algn="ctr">
                      <a:solidFill>
                        <a:srgbClr val="11213C"/>
                      </a:solidFill>
                      <a:prstDash val="solid"/>
                      <a:round/>
                      <a:headEnd type="none" w="med" len="med"/>
                      <a:tailEnd type="none" w="med" len="med"/>
                    </a:lnB>
                    <a:solidFill>
                      <a:schemeClr val="bg1"/>
                    </a:solidFill>
                  </a:tcPr>
                </a:tc>
                <a:extLst>
                  <a:ext uri="{0D108BD9-81ED-4DB2-BD59-A6C34878D82A}">
                    <a16:rowId xmlns:a16="http://schemas.microsoft.com/office/drawing/2014/main" val="3990828421"/>
                  </a:ext>
                </a:extLst>
              </a:tr>
            </a:tbl>
          </a:graphicData>
        </a:graphic>
      </p:graphicFrame>
      <p:grpSp>
        <p:nvGrpSpPr>
          <p:cNvPr id="26" name="Group 25">
            <a:extLst>
              <a:ext uri="{FF2B5EF4-FFF2-40B4-BE49-F238E27FC236}">
                <a16:creationId xmlns:a16="http://schemas.microsoft.com/office/drawing/2014/main" id="{3CF99E83-842E-12FD-ECDA-9DAE807C58E3}"/>
              </a:ext>
            </a:extLst>
          </p:cNvPr>
          <p:cNvGrpSpPr/>
          <p:nvPr/>
        </p:nvGrpSpPr>
        <p:grpSpPr>
          <a:xfrm>
            <a:off x="2544255" y="4574459"/>
            <a:ext cx="8622300" cy="1291531"/>
            <a:chOff x="2604567" y="4572638"/>
            <a:chExt cx="8622300" cy="1291531"/>
          </a:xfrm>
        </p:grpSpPr>
        <p:pic>
          <p:nvPicPr>
            <p:cNvPr id="27" name="Picture 26">
              <a:extLst>
                <a:ext uri="{FF2B5EF4-FFF2-40B4-BE49-F238E27FC236}">
                  <a16:creationId xmlns:a16="http://schemas.microsoft.com/office/drawing/2014/main" id="{C918110C-7A60-5835-3B74-ECBE237232CC}"/>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a:off x="9692465" y="4572639"/>
              <a:ext cx="1534402" cy="1287704"/>
            </a:xfrm>
            <a:prstGeom prst="rect">
              <a:avLst/>
            </a:prstGeom>
            <a:ln w="38100">
              <a:solidFill>
                <a:srgbClr val="11213C"/>
              </a:solidFill>
            </a:ln>
          </p:spPr>
        </p:pic>
        <p:pic>
          <p:nvPicPr>
            <p:cNvPr id="30" name="Picture 29">
              <a:extLst>
                <a:ext uri="{FF2B5EF4-FFF2-40B4-BE49-F238E27FC236}">
                  <a16:creationId xmlns:a16="http://schemas.microsoft.com/office/drawing/2014/main" id="{B60D0E98-6675-E566-4EEE-18905EE94EF8}"/>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7921472" y="4572638"/>
              <a:ext cx="1534402" cy="1287705"/>
            </a:xfrm>
            <a:prstGeom prst="rect">
              <a:avLst/>
            </a:prstGeom>
            <a:ln w="38100">
              <a:solidFill>
                <a:srgbClr val="11213C"/>
              </a:solidFill>
            </a:ln>
          </p:spPr>
        </p:pic>
        <p:pic>
          <p:nvPicPr>
            <p:cNvPr id="31" name="Picture 30">
              <a:extLst>
                <a:ext uri="{FF2B5EF4-FFF2-40B4-BE49-F238E27FC236}">
                  <a16:creationId xmlns:a16="http://schemas.microsoft.com/office/drawing/2014/main" id="{CD9B4A02-C899-FD57-B71D-B1A92DB8C3EA}"/>
                </a:ext>
              </a:extLst>
            </p:cNvPr>
            <p:cNvPicPr>
              <a:picLocks noChangeAspect="1"/>
            </p:cNvPicPr>
            <p:nvPr/>
          </p:nvPicPr>
          <p:blipFill rotWithShape="1">
            <a:blip r:embed="rId8" cstate="screen">
              <a:extLst>
                <a:ext uri="{28A0092B-C50C-407E-A947-70E740481C1C}">
                  <a14:useLocalDpi xmlns:a14="http://schemas.microsoft.com/office/drawing/2010/main"/>
                </a:ext>
              </a:extLst>
            </a:blip>
            <a:srcRect/>
            <a:stretch/>
          </p:blipFill>
          <p:spPr>
            <a:xfrm>
              <a:off x="4379486" y="4576464"/>
              <a:ext cx="1534402" cy="1287705"/>
            </a:xfrm>
            <a:prstGeom prst="rect">
              <a:avLst/>
            </a:prstGeom>
            <a:ln w="38100">
              <a:solidFill>
                <a:srgbClr val="11213C"/>
              </a:solidFill>
            </a:ln>
          </p:spPr>
        </p:pic>
        <p:pic>
          <p:nvPicPr>
            <p:cNvPr id="35" name="Picture 34">
              <a:extLst>
                <a:ext uri="{FF2B5EF4-FFF2-40B4-BE49-F238E27FC236}">
                  <a16:creationId xmlns:a16="http://schemas.microsoft.com/office/drawing/2014/main" id="{86D2C90A-929B-749D-4684-19736C47873B}"/>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2604567" y="4572638"/>
              <a:ext cx="1534403" cy="1287705"/>
            </a:xfrm>
            <a:prstGeom prst="rect">
              <a:avLst/>
            </a:prstGeom>
            <a:ln w="38100">
              <a:solidFill>
                <a:srgbClr val="11213C"/>
              </a:solidFill>
            </a:ln>
          </p:spPr>
        </p:pic>
        <p:pic>
          <p:nvPicPr>
            <p:cNvPr id="37" name="Picture 36">
              <a:extLst>
                <a:ext uri="{FF2B5EF4-FFF2-40B4-BE49-F238E27FC236}">
                  <a16:creationId xmlns:a16="http://schemas.microsoft.com/office/drawing/2014/main" id="{E3C3F3AC-C79E-5322-D42C-8FD7C49C0FED}"/>
                </a:ext>
              </a:extLst>
            </p:cNvPr>
            <p:cNvPicPr>
              <a:picLocks noChangeAspect="1"/>
            </p:cNvPicPr>
            <p:nvPr/>
          </p:nvPicPr>
          <p:blipFill rotWithShape="1">
            <a:blip r:embed="rId10" cstate="screen">
              <a:extLst>
                <a:ext uri="{28A0092B-C50C-407E-A947-70E740481C1C}">
                  <a14:useLocalDpi xmlns:a14="http://schemas.microsoft.com/office/drawing/2010/main"/>
                </a:ext>
              </a:extLst>
            </a:blip>
            <a:srcRect/>
            <a:stretch/>
          </p:blipFill>
          <p:spPr>
            <a:xfrm>
              <a:off x="6150478" y="4572639"/>
              <a:ext cx="1534403" cy="1287705"/>
            </a:xfrm>
            <a:prstGeom prst="rect">
              <a:avLst/>
            </a:prstGeom>
            <a:ln w="38100">
              <a:solidFill>
                <a:srgbClr val="11213C"/>
              </a:solidFill>
            </a:ln>
          </p:spPr>
        </p:pic>
      </p:grpSp>
      <p:pic>
        <p:nvPicPr>
          <p:cNvPr id="38" name="Picture 37">
            <a:extLst>
              <a:ext uri="{FF2B5EF4-FFF2-40B4-BE49-F238E27FC236}">
                <a16:creationId xmlns:a16="http://schemas.microsoft.com/office/drawing/2014/main" id="{2877D4DF-DACB-61F1-D77A-3BC19D3A6105}"/>
              </a:ext>
            </a:extLst>
          </p:cNvPr>
          <p:cNvPicPr>
            <a:picLocks noChangeAspect="1"/>
          </p:cNvPicPr>
          <p:nvPr/>
        </p:nvPicPr>
        <p:blipFill>
          <a:blip r:embed="rId11">
            <a:lum bright="-100000"/>
          </a:blip>
          <a:stretch>
            <a:fillRect/>
          </a:stretch>
        </p:blipFill>
        <p:spPr>
          <a:xfrm>
            <a:off x="3267405" y="1810178"/>
            <a:ext cx="1073432" cy="1073432"/>
          </a:xfrm>
          <a:prstGeom prst="rect">
            <a:avLst/>
          </a:prstGeom>
        </p:spPr>
      </p:pic>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157FA7BA-D015-506B-34C5-2DDB460E9262}"/>
                  </a:ext>
                </a:extLst>
              </p:cNvPr>
              <p:cNvSpPr txBox="1"/>
              <p:nvPr/>
            </p:nvSpPr>
            <p:spPr>
              <a:xfrm>
                <a:off x="4567182" y="1885229"/>
                <a:ext cx="1063980" cy="9233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l-GR" sz="5400" b="0" i="0" smtClean="0">
                          <a:solidFill>
                            <a:schemeClr val="tx1"/>
                          </a:solidFill>
                          <a:latin typeface="Cambria Math" panose="02040503050406030204" pitchFamily="18" charset="0"/>
                          <a:ea typeface="Cambria Math" panose="02040503050406030204" pitchFamily="18" charset="0"/>
                          <a:cs typeface="Courier New" panose="02070309020205020404" pitchFamily="49" charset="0"/>
                        </a:rPr>
                        <m:t>Ω</m:t>
                      </m:r>
                    </m:oMath>
                  </m:oMathPara>
                </a14:m>
                <a:endParaRPr lang="en-US" sz="4400" dirty="0">
                  <a:solidFill>
                    <a:schemeClr val="tx1"/>
                  </a:solidFill>
                  <a:latin typeface="Courier New" panose="02070309020205020404" pitchFamily="49" charset="0"/>
                  <a:cs typeface="Courier New" panose="02070309020205020404" pitchFamily="49" charset="0"/>
                </a:endParaRPr>
              </a:p>
            </p:txBody>
          </p:sp>
        </mc:Choice>
        <mc:Fallback xmlns="">
          <p:sp>
            <p:nvSpPr>
              <p:cNvPr id="39" name="TextBox 38">
                <a:extLst>
                  <a:ext uri="{FF2B5EF4-FFF2-40B4-BE49-F238E27FC236}">
                    <a16:creationId xmlns:a16="http://schemas.microsoft.com/office/drawing/2014/main" id="{157FA7BA-D015-506B-34C5-2DDB460E9262}"/>
                  </a:ext>
                </a:extLst>
              </p:cNvPr>
              <p:cNvSpPr txBox="1">
                <a:spLocks noRot="1" noChangeAspect="1" noMove="1" noResize="1" noEditPoints="1" noAdjustHandles="1" noChangeArrowheads="1" noChangeShapeType="1" noTextEdit="1"/>
              </p:cNvSpPr>
              <p:nvPr/>
            </p:nvSpPr>
            <p:spPr>
              <a:xfrm>
                <a:off x="4567182" y="1885229"/>
                <a:ext cx="1063980" cy="92333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81AC0EEC-6708-40B9-7C28-5A6A27174737}"/>
                  </a:ext>
                </a:extLst>
              </p:cNvPr>
              <p:cNvSpPr txBox="1"/>
              <p:nvPr/>
            </p:nvSpPr>
            <p:spPr>
              <a:xfrm>
                <a:off x="5804156" y="2005262"/>
                <a:ext cx="1318473" cy="6832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3600" i="1" smtClean="0">
                              <a:solidFill>
                                <a:schemeClr val="tx1"/>
                              </a:solidFill>
                              <a:latin typeface="Cambria Math" panose="02040503050406030204" pitchFamily="18" charset="0"/>
                              <a:cs typeface="Courier New" panose="02070309020205020404" pitchFamily="49" charset="0"/>
                            </a:rPr>
                          </m:ctrlPr>
                        </m:sSupPr>
                        <m:e>
                          <m:sSub>
                            <m:sSubPr>
                              <m:ctrlPr>
                                <a:rPr lang="en-US" sz="3600" i="1">
                                  <a:solidFill>
                                    <a:schemeClr val="tx1"/>
                                  </a:solidFill>
                                  <a:latin typeface="Cambria Math" panose="02040503050406030204" pitchFamily="18" charset="0"/>
                                  <a:cs typeface="Courier New" panose="02070309020205020404" pitchFamily="49" charset="0"/>
                                </a:rPr>
                              </m:ctrlPr>
                            </m:sSubPr>
                            <m:e>
                              <m:r>
                                <a:rPr lang="en-GB" sz="3600" i="1">
                                  <a:solidFill>
                                    <a:schemeClr val="tx1"/>
                                  </a:solidFill>
                                  <a:latin typeface="Cambria Math" panose="02040503050406030204" pitchFamily="18" charset="0"/>
                                  <a:cs typeface="Courier New" panose="02070309020205020404" pitchFamily="49" charset="0"/>
                                </a:rPr>
                                <m:t>𝑃𝑂</m:t>
                              </m:r>
                            </m:e>
                            <m:sub>
                              <m:r>
                                <a:rPr lang="en-GB" sz="3600" i="1">
                                  <a:solidFill>
                                    <a:schemeClr val="tx1"/>
                                  </a:solidFill>
                                  <a:latin typeface="Cambria Math" panose="02040503050406030204" pitchFamily="18" charset="0"/>
                                  <a:cs typeface="Courier New" panose="02070309020205020404" pitchFamily="49" charset="0"/>
                                </a:rPr>
                                <m:t>4</m:t>
                              </m:r>
                            </m:sub>
                          </m:sSub>
                        </m:e>
                        <m:sup>
                          <m:r>
                            <a:rPr lang="en-GB" sz="3600" b="0" i="1" smtClean="0">
                              <a:solidFill>
                                <a:schemeClr val="tx1"/>
                              </a:solidFill>
                              <a:latin typeface="Cambria Math" panose="02040503050406030204" pitchFamily="18" charset="0"/>
                              <a:cs typeface="Courier New" panose="02070309020205020404" pitchFamily="49" charset="0"/>
                            </a:rPr>
                            <m:t>3−</m:t>
                          </m:r>
                        </m:sup>
                      </m:sSup>
                    </m:oMath>
                  </m:oMathPara>
                </a14:m>
                <a:endParaRPr lang="en-US" sz="3600" dirty="0">
                  <a:solidFill>
                    <a:schemeClr val="tx1"/>
                  </a:solidFill>
                  <a:latin typeface="Courier New" panose="02070309020205020404" pitchFamily="49" charset="0"/>
                  <a:cs typeface="Courier New" panose="02070309020205020404" pitchFamily="49" charset="0"/>
                </a:endParaRPr>
              </a:p>
            </p:txBody>
          </p:sp>
        </mc:Choice>
        <mc:Fallback xmlns="">
          <p:sp>
            <p:nvSpPr>
              <p:cNvPr id="40" name="TextBox 39">
                <a:extLst>
                  <a:ext uri="{FF2B5EF4-FFF2-40B4-BE49-F238E27FC236}">
                    <a16:creationId xmlns:a16="http://schemas.microsoft.com/office/drawing/2014/main" id="{81AC0EEC-6708-40B9-7C28-5A6A27174737}"/>
                  </a:ext>
                </a:extLst>
              </p:cNvPr>
              <p:cNvSpPr txBox="1">
                <a:spLocks noRot="1" noChangeAspect="1" noMove="1" noResize="1" noEditPoints="1" noAdjustHandles="1" noChangeArrowheads="1" noChangeShapeType="1" noTextEdit="1"/>
              </p:cNvSpPr>
              <p:nvPr/>
            </p:nvSpPr>
            <p:spPr>
              <a:xfrm>
                <a:off x="5804156" y="2005262"/>
                <a:ext cx="1318473" cy="683264"/>
              </a:xfrm>
              <a:prstGeom prst="rect">
                <a:avLst/>
              </a:prstGeom>
              <a:blipFill>
                <a:blip r:embed="rId13"/>
                <a:stretch>
                  <a:fillRect l="-3810" r="-2857" b="-18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3B246313-2103-D24E-3907-18BE631CF3B6}"/>
                  </a:ext>
                </a:extLst>
              </p:cNvPr>
              <p:cNvSpPr txBox="1"/>
              <p:nvPr/>
            </p:nvSpPr>
            <p:spPr>
              <a:xfrm>
                <a:off x="7182598" y="2023729"/>
                <a:ext cx="1647193"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3600" i="1" smtClean="0">
                              <a:solidFill>
                                <a:schemeClr val="tx1"/>
                              </a:solidFill>
                              <a:latin typeface="Cambria Math" panose="02040503050406030204" pitchFamily="18" charset="0"/>
                              <a:cs typeface="Courier New" panose="02070309020205020404" pitchFamily="49" charset="0"/>
                            </a:rPr>
                          </m:ctrlPr>
                        </m:sSubPr>
                        <m:e>
                          <m:r>
                            <a:rPr lang="en-GB" sz="3600" b="0" i="1" smtClean="0">
                              <a:solidFill>
                                <a:schemeClr val="tx1"/>
                              </a:solidFill>
                              <a:latin typeface="Cambria Math" panose="02040503050406030204" pitchFamily="18" charset="0"/>
                              <a:cs typeface="Courier New" panose="02070309020205020404" pitchFamily="49" charset="0"/>
                            </a:rPr>
                            <m:t>𝑁</m:t>
                          </m:r>
                          <m:r>
                            <a:rPr lang="en-GB" sz="3600" i="1">
                              <a:solidFill>
                                <a:schemeClr val="tx1"/>
                              </a:solidFill>
                              <a:latin typeface="Cambria Math" panose="02040503050406030204" pitchFamily="18" charset="0"/>
                              <a:cs typeface="Courier New" panose="02070309020205020404" pitchFamily="49" charset="0"/>
                            </a:rPr>
                            <m:t>𝑂</m:t>
                          </m:r>
                        </m:e>
                        <m:sub>
                          <m:r>
                            <a:rPr lang="en-GB" sz="3600" b="0" i="1" smtClean="0">
                              <a:solidFill>
                                <a:schemeClr val="tx1"/>
                              </a:solidFill>
                              <a:latin typeface="Cambria Math" panose="02040503050406030204" pitchFamily="18" charset="0"/>
                              <a:cs typeface="Courier New" panose="02070309020205020404" pitchFamily="49" charset="0"/>
                            </a:rPr>
                            <m:t>3−</m:t>
                          </m:r>
                        </m:sub>
                      </m:sSub>
                    </m:oMath>
                  </m:oMathPara>
                </a14:m>
                <a:endParaRPr lang="en-US" sz="3600" dirty="0">
                  <a:solidFill>
                    <a:schemeClr val="tx1"/>
                  </a:solidFill>
                  <a:latin typeface="Courier New" panose="02070309020205020404" pitchFamily="49" charset="0"/>
                  <a:cs typeface="Courier New" panose="02070309020205020404" pitchFamily="49" charset="0"/>
                </a:endParaRPr>
              </a:p>
            </p:txBody>
          </p:sp>
        </mc:Choice>
        <mc:Fallback xmlns="">
          <p:sp>
            <p:nvSpPr>
              <p:cNvPr id="41" name="TextBox 40">
                <a:extLst>
                  <a:ext uri="{FF2B5EF4-FFF2-40B4-BE49-F238E27FC236}">
                    <a16:creationId xmlns:a16="http://schemas.microsoft.com/office/drawing/2014/main" id="{3B246313-2103-D24E-3907-18BE631CF3B6}"/>
                  </a:ext>
                </a:extLst>
              </p:cNvPr>
              <p:cNvSpPr txBox="1">
                <a:spLocks noRot="1" noChangeAspect="1" noMove="1" noResize="1" noEditPoints="1" noAdjustHandles="1" noChangeArrowheads="1" noChangeShapeType="1" noTextEdit="1"/>
              </p:cNvSpPr>
              <p:nvPr/>
            </p:nvSpPr>
            <p:spPr>
              <a:xfrm>
                <a:off x="7182598" y="2023729"/>
                <a:ext cx="1647193" cy="646331"/>
              </a:xfrm>
              <a:prstGeom prst="rect">
                <a:avLst/>
              </a:prstGeom>
              <a:blipFill>
                <a:blip r:embed="rId14"/>
                <a:stretch>
                  <a:fillRect b="-1923"/>
                </a:stretch>
              </a:blipFill>
            </p:spPr>
            <p:txBody>
              <a:bodyPr/>
              <a:lstStyle/>
              <a:p>
                <a:r>
                  <a:rPr lang="en-US">
                    <a:noFill/>
                  </a:rPr>
                  <a:t> </a:t>
                </a:r>
              </a:p>
            </p:txBody>
          </p:sp>
        </mc:Fallback>
      </mc:AlternateContent>
      <p:sp>
        <p:nvSpPr>
          <p:cNvPr id="42" name="TextBox 41">
            <a:extLst>
              <a:ext uri="{FF2B5EF4-FFF2-40B4-BE49-F238E27FC236}">
                <a16:creationId xmlns:a16="http://schemas.microsoft.com/office/drawing/2014/main" id="{EE1680CC-24BD-FCE6-D606-4E0D7D96E7B5}"/>
              </a:ext>
            </a:extLst>
          </p:cNvPr>
          <p:cNvSpPr txBox="1"/>
          <p:nvPr/>
        </p:nvSpPr>
        <p:spPr>
          <a:xfrm>
            <a:off x="10539729" y="2162228"/>
            <a:ext cx="1063981" cy="369332"/>
          </a:xfrm>
          <a:prstGeom prst="rect">
            <a:avLst/>
          </a:prstGeom>
          <a:noFill/>
        </p:spPr>
        <p:txBody>
          <a:bodyPr wrap="square" rtlCol="0">
            <a:spAutoFit/>
          </a:bodyPr>
          <a:lstStyle/>
          <a:p>
            <a:r>
              <a:rPr lang="en-US" dirty="0">
                <a:latin typeface="Courier New" panose="02070309020205020404" pitchFamily="49" charset="0"/>
                <a:cs typeface="Courier New" panose="02070309020205020404" pitchFamily="49" charset="0"/>
              </a:rPr>
              <a:t>+ </a:t>
            </a:r>
            <a:r>
              <a:rPr lang="en-US" dirty="0">
                <a:latin typeface="Corbel" panose="020B0503020204020204" pitchFamily="34" charset="0"/>
                <a:cs typeface="Courier New" panose="02070309020205020404" pitchFamily="49" charset="0"/>
              </a:rPr>
              <a:t>more</a:t>
            </a:r>
          </a:p>
        </p:txBody>
      </p:sp>
      <p:pic>
        <p:nvPicPr>
          <p:cNvPr id="44" name="Picture 43">
            <a:extLst>
              <a:ext uri="{FF2B5EF4-FFF2-40B4-BE49-F238E27FC236}">
                <a16:creationId xmlns:a16="http://schemas.microsoft.com/office/drawing/2014/main" id="{E7FD2A6A-5D7E-8BEA-578B-18BB9EA924AF}"/>
              </a:ext>
            </a:extLst>
          </p:cNvPr>
          <p:cNvPicPr>
            <a:picLocks noChangeAspect="1"/>
          </p:cNvPicPr>
          <p:nvPr/>
        </p:nvPicPr>
        <p:blipFill>
          <a:blip r:embed="rId15">
            <a:lum bright="-100000"/>
          </a:blip>
          <a:stretch>
            <a:fillRect/>
          </a:stretch>
        </p:blipFill>
        <p:spPr>
          <a:xfrm>
            <a:off x="9099339" y="1928475"/>
            <a:ext cx="1063980" cy="836838"/>
          </a:xfrm>
          <a:prstGeom prst="rect">
            <a:avLst/>
          </a:prstGeom>
        </p:spPr>
      </p:pic>
      <p:pic>
        <p:nvPicPr>
          <p:cNvPr id="46" name="Picture 4" descr="Thermometer - Free weather icons">
            <a:extLst>
              <a:ext uri="{FF2B5EF4-FFF2-40B4-BE49-F238E27FC236}">
                <a16:creationId xmlns:a16="http://schemas.microsoft.com/office/drawing/2014/main" id="{A6A19F90-3434-C284-4B33-19DD16FCD166}"/>
              </a:ext>
            </a:extLst>
          </p:cNvPr>
          <p:cNvPicPr>
            <a:picLocks noChangeAspect="1" noChangeArrowheads="1"/>
          </p:cNvPicPr>
          <p:nvPr/>
        </p:nvPicPr>
        <p:blipFill>
          <a:blip r:embed="rId16" cstate="screen">
            <a:extLst>
              <a:ext uri="{28A0092B-C50C-407E-A947-70E740481C1C}">
                <a14:useLocalDpi xmlns:a14="http://schemas.microsoft.com/office/drawing/2010/main"/>
              </a:ext>
            </a:extLst>
          </a:blip>
          <a:srcRect/>
          <a:stretch>
            <a:fillRect/>
          </a:stretch>
        </p:blipFill>
        <p:spPr bwMode="auto">
          <a:xfrm>
            <a:off x="2109763" y="1949419"/>
            <a:ext cx="830497" cy="830497"/>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6" descr="Scuba divers under water&#10;&#10;AI-generated content may be incorrect.">
            <a:extLst>
              <a:ext uri="{FF2B5EF4-FFF2-40B4-BE49-F238E27FC236}">
                <a16:creationId xmlns:a16="http://schemas.microsoft.com/office/drawing/2014/main" id="{FC107BFB-EBED-54DF-FA9A-4488E8A0E216}"/>
              </a:ext>
            </a:extLst>
          </p:cNvPr>
          <p:cNvPicPr/>
          <p:nvPr/>
        </p:nvPicPr>
        <p:blipFill>
          <a:blip r:embed="rId17" cstate="screen">
            <a:extLst>
              <a:ext uri="{BEBA8EAE-BF5A-486C-A8C5-ECC9F3942E4B}">
                <a14:imgProps xmlns:a14="http://schemas.microsoft.com/office/drawing/2010/main">
                  <a14:imgLayer r:embed="rId18">
                    <a14:imgEffect>
                      <a14:brightnessContrast bright="-60000"/>
                    </a14:imgEffect>
                  </a14:imgLayer>
                </a14:imgProps>
              </a:ext>
              <a:ext uri="{28A0092B-C50C-407E-A947-70E740481C1C}">
                <a14:useLocalDpi xmlns:a14="http://schemas.microsoft.com/office/drawing/2010/main"/>
              </a:ext>
            </a:extLst>
          </a:blip>
          <a:srcRect/>
          <a:stretch/>
        </p:blipFill>
        <p:spPr>
          <a:xfrm>
            <a:off x="-15" y="0"/>
            <a:ext cx="12192011" cy="671089"/>
          </a:xfrm>
          <a:prstGeom prst="rect">
            <a:avLst/>
          </a:prstGeom>
        </p:spPr>
      </p:pic>
      <p:cxnSp>
        <p:nvCxnSpPr>
          <p:cNvPr id="48" name="Straight Connector 47">
            <a:extLst>
              <a:ext uri="{FF2B5EF4-FFF2-40B4-BE49-F238E27FC236}">
                <a16:creationId xmlns:a16="http://schemas.microsoft.com/office/drawing/2014/main" id="{B2146D12-3A26-45FE-E289-66B726E06C20}"/>
              </a:ext>
            </a:extLst>
          </p:cNvPr>
          <p:cNvCxnSpPr/>
          <p:nvPr/>
        </p:nvCxnSpPr>
        <p:spPr>
          <a:xfrm>
            <a:off x="-3" y="657106"/>
            <a:ext cx="12192003" cy="0"/>
          </a:xfrm>
          <a:prstGeom prst="line">
            <a:avLst/>
          </a:prstGeom>
          <a:ln w="53975">
            <a:gradFill>
              <a:gsLst>
                <a:gs pos="50000">
                  <a:srgbClr val="EE3C34"/>
                </a:gs>
                <a:gs pos="100000">
                  <a:srgbClr val="EE3C34"/>
                </a:gs>
                <a:gs pos="0">
                  <a:srgbClr val="EE3C34">
                    <a:alpha val="0"/>
                  </a:srgbClr>
                </a:gs>
              </a:gsLst>
              <a:lin ang="10800000" scaled="0"/>
            </a:gradFill>
          </a:ln>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78B59509-BE46-6A43-9A67-66FC2A4F8790}"/>
              </a:ext>
            </a:extLst>
          </p:cNvPr>
          <p:cNvSpPr txBox="1">
            <a:spLocks/>
          </p:cNvSpPr>
          <p:nvPr/>
        </p:nvSpPr>
        <p:spPr>
          <a:xfrm>
            <a:off x="228600" y="50716"/>
            <a:ext cx="2725615" cy="523220"/>
          </a:xfrm>
          <a:prstGeom prst="rect">
            <a:avLst/>
          </a:prstGeom>
          <a:noFill/>
        </p:spPr>
        <p:txBody>
          <a:bodyPr wrap="square" rtlCol="0">
            <a:spAutoFit/>
          </a:bodyPr>
          <a:lstStyle/>
          <a:p>
            <a:r>
              <a:rPr lang="en-US" sz="2800" b="1" dirty="0">
                <a:solidFill>
                  <a:srgbClr val="E7EBEE"/>
                </a:solidFill>
                <a:latin typeface="Corbel" panose="020B0503020204020204" pitchFamily="34" charset="0"/>
                <a:ea typeface="Verdana" panose="020B0604030504040204" pitchFamily="34" charset="0"/>
                <a:cs typeface="Beirut" pitchFamily="2" charset="-78"/>
              </a:rPr>
              <a:t>1. </a:t>
            </a:r>
            <a:r>
              <a:rPr lang="en-US" sz="2800" b="1" dirty="0">
                <a:solidFill>
                  <a:schemeClr val="bg1"/>
                </a:solidFill>
                <a:latin typeface="Corbel" panose="020B0503020204020204" pitchFamily="34" charset="0"/>
                <a:ea typeface="Verdana" panose="020B0604030504040204" pitchFamily="34" charset="0"/>
                <a:cs typeface="Beirut" pitchFamily="2" charset="-78"/>
              </a:rPr>
              <a:t>Overview</a:t>
            </a:r>
          </a:p>
        </p:txBody>
      </p:sp>
      <p:sp>
        <p:nvSpPr>
          <p:cNvPr id="50" name="TextBox 49">
            <a:extLst>
              <a:ext uri="{FF2B5EF4-FFF2-40B4-BE49-F238E27FC236}">
                <a16:creationId xmlns:a16="http://schemas.microsoft.com/office/drawing/2014/main" id="{852CEE1E-4CA6-7013-74AE-474363D70EC7}"/>
              </a:ext>
            </a:extLst>
          </p:cNvPr>
          <p:cNvSpPr txBox="1">
            <a:spLocks/>
          </p:cNvSpPr>
          <p:nvPr/>
        </p:nvSpPr>
        <p:spPr>
          <a:xfrm>
            <a:off x="3231381" y="50716"/>
            <a:ext cx="2233795"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2. Economics </a:t>
            </a:r>
            <a:endParaRPr lang="en-US" sz="2800" b="1" dirty="0">
              <a:solidFill>
                <a:srgbClr val="FFC000"/>
              </a:solidFill>
              <a:latin typeface="Corbel" panose="020B0503020204020204" pitchFamily="34" charset="0"/>
              <a:ea typeface="Verdana" panose="020B0604030504040204" pitchFamily="34" charset="0"/>
              <a:cs typeface="Beirut" pitchFamily="2" charset="-78"/>
            </a:endParaRPr>
          </a:p>
        </p:txBody>
      </p:sp>
      <p:sp>
        <p:nvSpPr>
          <p:cNvPr id="51" name="TextBox 50">
            <a:extLst>
              <a:ext uri="{FF2B5EF4-FFF2-40B4-BE49-F238E27FC236}">
                <a16:creationId xmlns:a16="http://schemas.microsoft.com/office/drawing/2014/main" id="{EF65BF69-8627-5C07-9111-930000E44345}"/>
              </a:ext>
            </a:extLst>
          </p:cNvPr>
          <p:cNvSpPr txBox="1">
            <a:spLocks/>
          </p:cNvSpPr>
          <p:nvPr/>
        </p:nvSpPr>
        <p:spPr>
          <a:xfrm>
            <a:off x="6349628" y="50716"/>
            <a:ext cx="3297580"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3. Tourism</a:t>
            </a:r>
          </a:p>
        </p:txBody>
      </p:sp>
      <p:sp>
        <p:nvSpPr>
          <p:cNvPr id="52" name="TextBox 51">
            <a:extLst>
              <a:ext uri="{FF2B5EF4-FFF2-40B4-BE49-F238E27FC236}">
                <a16:creationId xmlns:a16="http://schemas.microsoft.com/office/drawing/2014/main" id="{C75A6434-23A2-FBA1-DBE9-BFCA9F6C6E94}"/>
              </a:ext>
            </a:extLst>
          </p:cNvPr>
          <p:cNvSpPr txBox="1">
            <a:spLocks/>
          </p:cNvSpPr>
          <p:nvPr/>
        </p:nvSpPr>
        <p:spPr>
          <a:xfrm>
            <a:off x="9195583" y="50716"/>
            <a:ext cx="2725614"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4. </a:t>
            </a:r>
            <a:r>
              <a:rPr lang="en-US" sz="2800" b="1" dirty="0">
                <a:solidFill>
                  <a:srgbClr val="FFC000"/>
                </a:solidFill>
                <a:latin typeface="Corbel" panose="020B0503020204020204" pitchFamily="34" charset="0"/>
                <a:ea typeface="Verdana" panose="020B0604030504040204" pitchFamily="34" charset="0"/>
                <a:cs typeface="Beirut" pitchFamily="2" charset="-78"/>
              </a:rPr>
              <a:t>Proposal</a:t>
            </a:r>
          </a:p>
        </p:txBody>
      </p:sp>
      <p:pic>
        <p:nvPicPr>
          <p:cNvPr id="53" name="Picture 52">
            <a:extLst>
              <a:ext uri="{FF2B5EF4-FFF2-40B4-BE49-F238E27FC236}">
                <a16:creationId xmlns:a16="http://schemas.microsoft.com/office/drawing/2014/main" id="{FCE96E72-4813-7311-44F2-62F8C40080F7}"/>
              </a:ext>
            </a:extLst>
          </p:cNvPr>
          <p:cNvPicPr>
            <a:picLocks noChangeAspect="1"/>
          </p:cNvPicPr>
          <p:nvPr/>
        </p:nvPicPr>
        <p:blipFill>
          <a:blip r:embed="rId19"/>
          <a:srcRect/>
          <a:stretch/>
        </p:blipFill>
        <p:spPr>
          <a:xfrm>
            <a:off x="1006964" y="6090158"/>
            <a:ext cx="577686" cy="577686"/>
          </a:xfrm>
          <a:prstGeom prst="rect">
            <a:avLst/>
          </a:prstGeom>
        </p:spPr>
      </p:pic>
    </p:spTree>
    <p:extLst>
      <p:ext uri="{BB962C8B-B14F-4D97-AF65-F5344CB8AC3E}">
        <p14:creationId xmlns:p14="http://schemas.microsoft.com/office/powerpoint/2010/main" val="399062798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2B058-732E-FD31-7340-11CFB8A92BB5}"/>
            </a:ext>
          </a:extLst>
        </p:cNvPr>
        <p:cNvGrpSpPr/>
        <p:nvPr/>
      </p:nvGrpSpPr>
      <p:grpSpPr>
        <a:xfrm>
          <a:off x="0" y="0"/>
          <a:ext cx="0" cy="0"/>
          <a:chOff x="0" y="0"/>
          <a:chExt cx="0" cy="0"/>
        </a:xfrm>
      </p:grpSpPr>
      <p:pic>
        <p:nvPicPr>
          <p:cNvPr id="8" name="Picture 7" descr="Scuba divers under water&#10;&#10;AI-generated content may be incorrect.">
            <a:extLst>
              <a:ext uri="{FF2B5EF4-FFF2-40B4-BE49-F238E27FC236}">
                <a16:creationId xmlns:a16="http://schemas.microsoft.com/office/drawing/2014/main" id="{7A943AAF-0714-4719-58F1-1542473BCDB5}"/>
              </a:ext>
            </a:extLst>
          </p:cNvPr>
          <p:cNvPicPr>
            <a:picLocks noGrp="1" noRot="1" noChangeAspect="1" noMove="1" noResize="1" noEditPoints="1" noAdjustHandles="1" noChangeArrowheads="1" noChangeShapeType="1" noCrop="1"/>
          </p:cNvPicPr>
          <p:nvPr/>
        </p:nvPicPr>
        <p:blipFill>
          <a:blip r:embed="rId3" cstate="screen">
            <a:extLst>
              <a:ext uri="{BEBA8EAE-BF5A-486C-A8C5-ECC9F3942E4B}">
                <a14:imgProps xmlns:a14="http://schemas.microsoft.com/office/drawing/2010/main">
                  <a14:imgLayer r:embed="rId4">
                    <a14:imgEffect>
                      <a14:brightnessContrast bright="-60000"/>
                    </a14:imgEffect>
                  </a14:imgLayer>
                </a14:imgProps>
              </a:ext>
              <a:ext uri="{28A0092B-C50C-407E-A947-70E740481C1C}">
                <a14:useLocalDpi xmlns:a14="http://schemas.microsoft.com/office/drawing/2010/main"/>
              </a:ext>
            </a:extLst>
          </a:blip>
          <a:srcRect/>
          <a:stretch/>
        </p:blipFill>
        <p:spPr>
          <a:xfrm>
            <a:off x="1" y="-3750"/>
            <a:ext cx="1591982" cy="6858000"/>
          </a:xfrm>
          <a:prstGeom prst="rect">
            <a:avLst/>
          </a:prstGeom>
        </p:spPr>
      </p:pic>
      <p:pic>
        <p:nvPicPr>
          <p:cNvPr id="10" name="Picture 9" descr="Scuba divers under water&#10;&#10;AI-generated content may be incorrect.">
            <a:extLst>
              <a:ext uri="{FF2B5EF4-FFF2-40B4-BE49-F238E27FC236}">
                <a16:creationId xmlns:a16="http://schemas.microsoft.com/office/drawing/2014/main" id="{0860238F-0F93-0830-72BE-FF2896EA6C65}"/>
              </a:ext>
            </a:extLst>
          </p:cNvPr>
          <p:cNvPicPr>
            <a:picLocks noGrp="1" noRot="1" noChangeAspect="1" noMove="1" noResize="1" noEditPoints="1" noAdjustHandles="1" noChangeArrowheads="1" noChangeShapeType="1" noCrop="1"/>
          </p:cNvPicPr>
          <p:nvPr/>
        </p:nvPicPr>
        <p:blipFill>
          <a:blip r:embed="rId5" cstate="screen">
            <a:extLst>
              <a:ext uri="{BEBA8EAE-BF5A-486C-A8C5-ECC9F3942E4B}">
                <a14:imgProps xmlns:a14="http://schemas.microsoft.com/office/drawing/2010/main">
                  <a14:imgLayer r:embed="rId6">
                    <a14:imgEffect>
                      <a14:brightnessContrast bright="-60000"/>
                    </a14:imgEffect>
                  </a14:imgLayer>
                </a14:imgProps>
              </a:ext>
              <a:ext uri="{28A0092B-C50C-407E-A947-70E740481C1C}">
                <a14:useLocalDpi xmlns:a14="http://schemas.microsoft.com/office/drawing/2010/main"/>
              </a:ext>
            </a:extLst>
          </a:blip>
          <a:srcRect/>
          <a:stretch/>
        </p:blipFill>
        <p:spPr>
          <a:xfrm>
            <a:off x="-15" y="0"/>
            <a:ext cx="12192011" cy="671089"/>
          </a:xfrm>
          <a:prstGeom prst="rect">
            <a:avLst/>
          </a:prstGeom>
        </p:spPr>
      </p:pic>
      <p:cxnSp>
        <p:nvCxnSpPr>
          <p:cNvPr id="32" name="Straight Connector 31">
            <a:extLst>
              <a:ext uri="{FF2B5EF4-FFF2-40B4-BE49-F238E27FC236}">
                <a16:creationId xmlns:a16="http://schemas.microsoft.com/office/drawing/2014/main" id="{4DC2EBBF-91A2-9142-9E73-58B98A11B3A8}"/>
              </a:ext>
            </a:extLst>
          </p:cNvPr>
          <p:cNvCxnSpPr>
            <a:cxnSpLocks noGrp="1" noRot="1" noMove="1" noResize="1" noEditPoints="1" noAdjustHandles="1" noChangeArrowheads="1" noChangeShapeType="1"/>
          </p:cNvCxnSpPr>
          <p:nvPr/>
        </p:nvCxnSpPr>
        <p:spPr>
          <a:xfrm>
            <a:off x="-3" y="657106"/>
            <a:ext cx="12192003" cy="0"/>
          </a:xfrm>
          <a:prstGeom prst="line">
            <a:avLst/>
          </a:prstGeom>
          <a:ln w="53975">
            <a:gradFill>
              <a:gsLst>
                <a:gs pos="50000">
                  <a:srgbClr val="EE3C34"/>
                </a:gs>
                <a:gs pos="100000">
                  <a:srgbClr val="EE3C34"/>
                </a:gs>
                <a:gs pos="0">
                  <a:srgbClr val="EE3C34">
                    <a:alpha val="0"/>
                  </a:srgbClr>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1" name="Right Triangle 20">
            <a:extLst>
              <a:ext uri="{FF2B5EF4-FFF2-40B4-BE49-F238E27FC236}">
                <a16:creationId xmlns:a16="http://schemas.microsoft.com/office/drawing/2014/main" id="{9E0554ED-E730-6170-B589-2C19F6C9F542}"/>
              </a:ext>
            </a:extLst>
          </p:cNvPr>
          <p:cNvSpPr>
            <a:spLocks noGrp="1" noRot="1" noMove="1" noResize="1" noEditPoints="1" noAdjustHandles="1" noChangeArrowheads="1" noChangeShapeType="1"/>
          </p:cNvSpPr>
          <p:nvPr/>
        </p:nvSpPr>
        <p:spPr>
          <a:xfrm flipH="1">
            <a:off x="0" y="5309760"/>
            <a:ext cx="1591982" cy="1548239"/>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849B9F0-3773-61C2-6239-91B6E81F6E6E}"/>
              </a:ext>
            </a:extLst>
          </p:cNvPr>
          <p:cNvSpPr txBox="1"/>
          <p:nvPr/>
        </p:nvSpPr>
        <p:spPr>
          <a:xfrm>
            <a:off x="8006195" y="6097879"/>
            <a:ext cx="3474026" cy="738664"/>
          </a:xfrm>
          <a:prstGeom prst="rect">
            <a:avLst/>
          </a:prstGeom>
          <a:noFill/>
        </p:spPr>
        <p:txBody>
          <a:bodyPr wrap="square" rtlCol="0">
            <a:spAutoFit/>
          </a:bodyPr>
          <a:lstStyle/>
          <a:p>
            <a:pPr algn="r"/>
            <a:r>
              <a:rPr lang="en-US" sz="1400" b="1" dirty="0">
                <a:latin typeface="Corbel" panose="020B0503020204020204" pitchFamily="34" charset="0"/>
                <a:ea typeface="Verdana" panose="020B0604030504040204" pitchFamily="34" charset="0"/>
                <a:cs typeface="Beirut" pitchFamily="2" charset="-78"/>
              </a:rPr>
              <a:t>Orlando Timmerman</a:t>
            </a:r>
          </a:p>
          <a:p>
            <a:pPr algn="r"/>
            <a:r>
              <a:rPr lang="en-US" sz="1400" b="1" dirty="0">
                <a:latin typeface="Corbel" panose="020B0503020204020204" pitchFamily="34" charset="0"/>
                <a:ea typeface="Verdana" panose="020B0604030504040204" pitchFamily="34" charset="0"/>
                <a:cs typeface="Beirut" pitchFamily="2" charset="-78"/>
              </a:rPr>
              <a:t>Department of Earth Sciences</a:t>
            </a:r>
          </a:p>
          <a:p>
            <a:pPr algn="r"/>
            <a:r>
              <a:rPr lang="en-US" sz="1400" b="1" dirty="0" err="1">
                <a:latin typeface="Corbel" panose="020B0503020204020204" pitchFamily="34" charset="0"/>
                <a:ea typeface="Verdana" panose="020B0604030504040204" pitchFamily="34" charset="0"/>
                <a:cs typeface="Beirut" pitchFamily="2" charset="-78"/>
              </a:rPr>
              <a:t>Calcifiers</a:t>
            </a:r>
            <a:r>
              <a:rPr lang="en-US" sz="1400" b="1" dirty="0">
                <a:latin typeface="Corbel" panose="020B0503020204020204" pitchFamily="34" charset="0"/>
                <a:ea typeface="Verdana" panose="020B0604030504040204" pitchFamily="34" charset="0"/>
                <a:cs typeface="Beirut" pitchFamily="2" charset="-78"/>
              </a:rPr>
              <a:t> Group Meeting | 30.10.25</a:t>
            </a:r>
          </a:p>
        </p:txBody>
      </p:sp>
      <p:pic>
        <p:nvPicPr>
          <p:cNvPr id="2" name="Picture 16" descr="University of Cambridge Logo PNG Transparent &amp; SVG Vector - Freebie Supply">
            <a:extLst>
              <a:ext uri="{FF2B5EF4-FFF2-40B4-BE49-F238E27FC236}">
                <a16:creationId xmlns:a16="http://schemas.microsoft.com/office/drawing/2014/main" id="{BB069B74-CA3A-F7D5-0DEE-C2F6B7A9373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563928" y="6149159"/>
            <a:ext cx="506380" cy="63610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a:extLst>
              <a:ext uri="{FF2B5EF4-FFF2-40B4-BE49-F238E27FC236}">
                <a16:creationId xmlns:a16="http://schemas.microsoft.com/office/drawing/2014/main" id="{96683854-0DB7-BFAD-F16B-5F5E8EC577A0}"/>
              </a:ext>
            </a:extLst>
          </p:cNvPr>
          <p:cNvPicPr>
            <a:picLocks noChangeAspect="1"/>
          </p:cNvPicPr>
          <p:nvPr/>
        </p:nvPicPr>
        <p:blipFill>
          <a:blip r:embed="rId8">
            <a:alphaModFix amt="58000"/>
            <a:extLst>
              <a:ext uri="{BEBA8EAE-BF5A-486C-A8C5-ECC9F3942E4B}">
                <a14:imgProps xmlns:a14="http://schemas.microsoft.com/office/drawing/2010/main">
                  <a14:imgLayer r:embed="rId9">
                    <a14:imgEffect>
                      <a14:colorTemperature colorTemp="1500"/>
                    </a14:imgEffect>
                    <a14:imgEffect>
                      <a14:saturation sat="0"/>
                    </a14:imgEffect>
                    <a14:imgEffect>
                      <a14:brightnessContrast bright="-46000" contrast="62000"/>
                    </a14:imgEffect>
                  </a14:imgLayer>
                </a14:imgProps>
              </a:ext>
            </a:extLst>
          </a:blip>
          <a:srcRect r="50112"/>
          <a:stretch>
            <a:fillRect/>
          </a:stretch>
        </p:blipFill>
        <p:spPr>
          <a:xfrm>
            <a:off x="8327155" y="1939159"/>
            <a:ext cx="2722669" cy="784685"/>
          </a:xfrm>
          <a:prstGeom prst="rect">
            <a:avLst/>
          </a:prstGeom>
        </p:spPr>
      </p:pic>
      <p:pic>
        <p:nvPicPr>
          <p:cNvPr id="26" name="Picture 25">
            <a:extLst>
              <a:ext uri="{FF2B5EF4-FFF2-40B4-BE49-F238E27FC236}">
                <a16:creationId xmlns:a16="http://schemas.microsoft.com/office/drawing/2014/main" id="{0DB6E776-7F7A-29BC-1533-A119504E7A80}"/>
              </a:ext>
            </a:extLst>
          </p:cNvPr>
          <p:cNvPicPr>
            <a:picLocks noChangeAspect="1"/>
          </p:cNvPicPr>
          <p:nvPr/>
        </p:nvPicPr>
        <p:blipFill>
          <a:blip r:embed="rId10">
            <a:alphaModFix amt="58000"/>
            <a:extLst>
              <a:ext uri="{BEBA8EAE-BF5A-486C-A8C5-ECC9F3942E4B}">
                <a14:imgProps xmlns:a14="http://schemas.microsoft.com/office/drawing/2010/main">
                  <a14:imgLayer r:embed="rId11">
                    <a14:imgEffect>
                      <a14:saturation sat="400000"/>
                    </a14:imgEffect>
                    <a14:imgEffect>
                      <a14:brightnessContrast bright="79000" contrast="-52000"/>
                    </a14:imgEffect>
                  </a14:imgLayer>
                </a14:imgProps>
              </a:ext>
            </a:extLst>
          </a:blip>
          <a:srcRect r="50112"/>
          <a:stretch>
            <a:fillRect/>
          </a:stretch>
        </p:blipFill>
        <p:spPr>
          <a:xfrm>
            <a:off x="8327155" y="1925781"/>
            <a:ext cx="2722669" cy="811440"/>
          </a:xfrm>
          <a:prstGeom prst="rect">
            <a:avLst/>
          </a:prstGeom>
        </p:spPr>
      </p:pic>
      <p:pic>
        <p:nvPicPr>
          <p:cNvPr id="27" name="Picture 26">
            <a:extLst>
              <a:ext uri="{FF2B5EF4-FFF2-40B4-BE49-F238E27FC236}">
                <a16:creationId xmlns:a16="http://schemas.microsoft.com/office/drawing/2014/main" id="{A79A5439-CEB4-B819-CB79-E02F59726923}"/>
              </a:ext>
            </a:extLst>
          </p:cNvPr>
          <p:cNvPicPr>
            <a:picLocks noChangeAspect="1"/>
          </p:cNvPicPr>
          <p:nvPr/>
        </p:nvPicPr>
        <p:blipFill>
          <a:blip r:embed="rId12">
            <a:alphaModFix amt="58000"/>
          </a:blip>
          <a:srcRect r="50000"/>
          <a:stretch>
            <a:fillRect/>
          </a:stretch>
        </p:blipFill>
        <p:spPr>
          <a:xfrm>
            <a:off x="8327154" y="1925781"/>
            <a:ext cx="2728807" cy="811440"/>
          </a:xfrm>
          <a:prstGeom prst="rect">
            <a:avLst/>
          </a:prstGeom>
        </p:spPr>
      </p:pic>
      <p:pic>
        <p:nvPicPr>
          <p:cNvPr id="30" name="Picture 29">
            <a:extLst>
              <a:ext uri="{FF2B5EF4-FFF2-40B4-BE49-F238E27FC236}">
                <a16:creationId xmlns:a16="http://schemas.microsoft.com/office/drawing/2014/main" id="{D763C718-3DF2-25E9-E8C1-B35EA1044D96}"/>
              </a:ext>
            </a:extLst>
          </p:cNvPr>
          <p:cNvPicPr>
            <a:picLocks noChangeAspect="1"/>
          </p:cNvPicPr>
          <p:nvPr/>
        </p:nvPicPr>
        <p:blipFill>
          <a:blip r:embed="rId13">
            <a:alphaModFix amt="58000"/>
          </a:blip>
          <a:srcRect r="50700"/>
          <a:stretch>
            <a:fillRect/>
          </a:stretch>
        </p:blipFill>
        <p:spPr>
          <a:xfrm>
            <a:off x="8327154" y="1939159"/>
            <a:ext cx="2690625" cy="784685"/>
          </a:xfrm>
          <a:prstGeom prst="rect">
            <a:avLst/>
          </a:prstGeom>
        </p:spPr>
      </p:pic>
      <p:pic>
        <p:nvPicPr>
          <p:cNvPr id="31" name="Picture 30">
            <a:extLst>
              <a:ext uri="{FF2B5EF4-FFF2-40B4-BE49-F238E27FC236}">
                <a16:creationId xmlns:a16="http://schemas.microsoft.com/office/drawing/2014/main" id="{68878FF6-96A0-0D7F-550D-05E99FA49171}"/>
              </a:ext>
            </a:extLst>
          </p:cNvPr>
          <p:cNvPicPr>
            <a:picLocks noChangeAspect="1"/>
          </p:cNvPicPr>
          <p:nvPr/>
        </p:nvPicPr>
        <p:blipFill>
          <a:blip r:embed="rId13">
            <a:duotone>
              <a:prstClr val="black"/>
              <a:schemeClr val="accent6">
                <a:tint val="45000"/>
                <a:satMod val="400000"/>
              </a:schemeClr>
            </a:duotone>
            <a:alphaModFix amt="58000"/>
          </a:blip>
          <a:srcRect r="50000"/>
          <a:stretch>
            <a:fillRect/>
          </a:stretch>
        </p:blipFill>
        <p:spPr>
          <a:xfrm flipV="1">
            <a:off x="8321017" y="2036385"/>
            <a:ext cx="2728807" cy="590232"/>
          </a:xfrm>
          <a:prstGeom prst="rect">
            <a:avLst/>
          </a:prstGeom>
        </p:spPr>
      </p:pic>
      <p:pic>
        <p:nvPicPr>
          <p:cNvPr id="35" name="Picture 34">
            <a:extLst>
              <a:ext uri="{FF2B5EF4-FFF2-40B4-BE49-F238E27FC236}">
                <a16:creationId xmlns:a16="http://schemas.microsoft.com/office/drawing/2014/main" id="{D45FC7B7-B621-8C6F-4D02-524404F3A171}"/>
              </a:ext>
            </a:extLst>
          </p:cNvPr>
          <p:cNvPicPr>
            <a:picLocks noChangeAspect="1"/>
          </p:cNvPicPr>
          <p:nvPr/>
        </p:nvPicPr>
        <p:blipFill>
          <a:blip r:embed="rId12"/>
          <a:stretch>
            <a:fillRect/>
          </a:stretch>
        </p:blipFill>
        <p:spPr>
          <a:xfrm>
            <a:off x="2954215" y="1945275"/>
            <a:ext cx="5457614" cy="811440"/>
          </a:xfrm>
          <a:prstGeom prst="rect">
            <a:avLst/>
          </a:prstGeom>
        </p:spPr>
      </p:pic>
      <p:pic>
        <p:nvPicPr>
          <p:cNvPr id="37" name="Picture 36">
            <a:extLst>
              <a:ext uri="{FF2B5EF4-FFF2-40B4-BE49-F238E27FC236}">
                <a16:creationId xmlns:a16="http://schemas.microsoft.com/office/drawing/2014/main" id="{C94E9655-CC44-4391-9738-B615AFB546F8}"/>
              </a:ext>
            </a:extLst>
          </p:cNvPr>
          <p:cNvPicPr>
            <a:picLocks noChangeAspect="1"/>
          </p:cNvPicPr>
          <p:nvPr/>
        </p:nvPicPr>
        <p:blipFill>
          <a:blip r:embed="rId8">
            <a:alphaModFix/>
            <a:extLst>
              <a:ext uri="{BEBA8EAE-BF5A-486C-A8C5-ECC9F3942E4B}">
                <a14:imgProps xmlns:a14="http://schemas.microsoft.com/office/drawing/2010/main">
                  <a14:imgLayer r:embed="rId9">
                    <a14:imgEffect>
                      <a14:colorTemperature colorTemp="1500"/>
                    </a14:imgEffect>
                    <a14:imgEffect>
                      <a14:saturation sat="0"/>
                    </a14:imgEffect>
                    <a14:imgEffect>
                      <a14:brightnessContrast bright="-46000" contrast="62000"/>
                    </a14:imgEffect>
                  </a14:imgLayer>
                </a14:imgProps>
              </a:ext>
            </a:extLst>
          </a:blip>
          <a:stretch>
            <a:fillRect/>
          </a:stretch>
        </p:blipFill>
        <p:spPr>
          <a:xfrm>
            <a:off x="2954216" y="1958653"/>
            <a:ext cx="5457613" cy="784685"/>
          </a:xfrm>
          <a:prstGeom prst="rect">
            <a:avLst/>
          </a:prstGeom>
        </p:spPr>
      </p:pic>
      <p:pic>
        <p:nvPicPr>
          <p:cNvPr id="38" name="Picture 37">
            <a:extLst>
              <a:ext uri="{FF2B5EF4-FFF2-40B4-BE49-F238E27FC236}">
                <a16:creationId xmlns:a16="http://schemas.microsoft.com/office/drawing/2014/main" id="{8CCCCA92-D55E-7F79-6948-A58758DA8DE0}"/>
              </a:ext>
            </a:extLst>
          </p:cNvPr>
          <p:cNvPicPr>
            <a:picLocks noChangeAspect="1"/>
          </p:cNvPicPr>
          <p:nvPr/>
        </p:nvPicPr>
        <p:blipFill>
          <a:blip r:embed="rId10">
            <a:extLst>
              <a:ext uri="{BEBA8EAE-BF5A-486C-A8C5-ECC9F3942E4B}">
                <a14:imgProps xmlns:a14="http://schemas.microsoft.com/office/drawing/2010/main">
                  <a14:imgLayer r:embed="rId11">
                    <a14:imgEffect>
                      <a14:saturation sat="400000"/>
                    </a14:imgEffect>
                    <a14:imgEffect>
                      <a14:brightnessContrast bright="79000" contrast="-52000"/>
                    </a14:imgEffect>
                  </a14:imgLayer>
                </a14:imgProps>
              </a:ext>
            </a:extLst>
          </a:blip>
          <a:stretch>
            <a:fillRect/>
          </a:stretch>
        </p:blipFill>
        <p:spPr>
          <a:xfrm>
            <a:off x="2954216" y="1945275"/>
            <a:ext cx="5457613" cy="811440"/>
          </a:xfrm>
          <a:prstGeom prst="rect">
            <a:avLst/>
          </a:prstGeom>
        </p:spPr>
      </p:pic>
      <p:pic>
        <p:nvPicPr>
          <p:cNvPr id="39" name="Picture 38">
            <a:extLst>
              <a:ext uri="{FF2B5EF4-FFF2-40B4-BE49-F238E27FC236}">
                <a16:creationId xmlns:a16="http://schemas.microsoft.com/office/drawing/2014/main" id="{E8A62349-4376-821D-0C9D-A7FC4FD00B03}"/>
              </a:ext>
            </a:extLst>
          </p:cNvPr>
          <p:cNvPicPr>
            <a:picLocks noChangeAspect="1"/>
          </p:cNvPicPr>
          <p:nvPr/>
        </p:nvPicPr>
        <p:blipFill>
          <a:blip r:embed="rId13"/>
          <a:stretch>
            <a:fillRect/>
          </a:stretch>
        </p:blipFill>
        <p:spPr>
          <a:xfrm>
            <a:off x="2954215" y="1958653"/>
            <a:ext cx="5457614" cy="784685"/>
          </a:xfrm>
          <a:prstGeom prst="rect">
            <a:avLst/>
          </a:prstGeom>
        </p:spPr>
      </p:pic>
      <p:sp>
        <p:nvSpPr>
          <p:cNvPr id="40" name="Rectangle 39">
            <a:extLst>
              <a:ext uri="{FF2B5EF4-FFF2-40B4-BE49-F238E27FC236}">
                <a16:creationId xmlns:a16="http://schemas.microsoft.com/office/drawing/2014/main" id="{3E3355D3-EA7C-5DC6-0AB1-283E288E8346}"/>
              </a:ext>
            </a:extLst>
          </p:cNvPr>
          <p:cNvSpPr/>
          <p:nvPr/>
        </p:nvSpPr>
        <p:spPr>
          <a:xfrm>
            <a:off x="9672921" y="1935898"/>
            <a:ext cx="2413146" cy="907651"/>
          </a:xfrm>
          <a:prstGeom prst="rect">
            <a:avLst/>
          </a:prstGeom>
          <a:gradFill>
            <a:gsLst>
              <a:gs pos="0">
                <a:schemeClr val="bg1">
                  <a:alpha val="0"/>
                </a:schemeClr>
              </a:gs>
              <a:gs pos="4200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83287FCC-7CAD-F4A8-9ED6-E8BFE842D4E1}"/>
              </a:ext>
            </a:extLst>
          </p:cNvPr>
          <p:cNvSpPr/>
          <p:nvPr/>
        </p:nvSpPr>
        <p:spPr>
          <a:xfrm>
            <a:off x="7497200" y="1319438"/>
            <a:ext cx="1729244" cy="5902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ts val="1600"/>
              </a:lnSpc>
            </a:pPr>
            <a:r>
              <a:rPr lang="en-US" sz="2000" dirty="0">
                <a:solidFill>
                  <a:schemeClr val="tx1"/>
                </a:solidFill>
                <a:latin typeface="Corbel" panose="020B0503020204020204" pitchFamily="34" charset="0"/>
                <a:cs typeface="Courier New" panose="02070309020205020404" pitchFamily="49" charset="0"/>
              </a:rPr>
              <a:t>PRESENT DAY</a:t>
            </a:r>
          </a:p>
        </p:txBody>
      </p:sp>
      <p:sp>
        <p:nvSpPr>
          <p:cNvPr id="42" name="Rectangle 41">
            <a:extLst>
              <a:ext uri="{FF2B5EF4-FFF2-40B4-BE49-F238E27FC236}">
                <a16:creationId xmlns:a16="http://schemas.microsoft.com/office/drawing/2014/main" id="{A9FF6EC8-DC7A-99DA-AA70-A8C8394748F0}"/>
              </a:ext>
            </a:extLst>
          </p:cNvPr>
          <p:cNvSpPr/>
          <p:nvPr/>
        </p:nvSpPr>
        <p:spPr>
          <a:xfrm>
            <a:off x="8321017" y="2070708"/>
            <a:ext cx="90812" cy="588781"/>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4" name="Picture 43">
            <a:extLst>
              <a:ext uri="{FF2B5EF4-FFF2-40B4-BE49-F238E27FC236}">
                <a16:creationId xmlns:a16="http://schemas.microsoft.com/office/drawing/2014/main" id="{9C4EA833-3FE6-6FFF-95BF-B9A173E56FBB}"/>
              </a:ext>
            </a:extLst>
          </p:cNvPr>
          <p:cNvPicPr>
            <a:picLocks noChangeAspect="1"/>
          </p:cNvPicPr>
          <p:nvPr/>
        </p:nvPicPr>
        <p:blipFill>
          <a:blip r:embed="rId13">
            <a:duotone>
              <a:prstClr val="black"/>
              <a:schemeClr val="accent6">
                <a:tint val="45000"/>
                <a:satMod val="400000"/>
              </a:schemeClr>
            </a:duotone>
          </a:blip>
          <a:stretch>
            <a:fillRect/>
          </a:stretch>
        </p:blipFill>
        <p:spPr>
          <a:xfrm flipV="1">
            <a:off x="2954215" y="2055879"/>
            <a:ext cx="5457614" cy="590232"/>
          </a:xfrm>
          <a:prstGeom prst="rect">
            <a:avLst/>
          </a:prstGeom>
        </p:spPr>
      </p:pic>
      <p:pic>
        <p:nvPicPr>
          <p:cNvPr id="46" name="Picture 45">
            <a:extLst>
              <a:ext uri="{FF2B5EF4-FFF2-40B4-BE49-F238E27FC236}">
                <a16:creationId xmlns:a16="http://schemas.microsoft.com/office/drawing/2014/main" id="{1F081AEA-DE34-6E50-990F-7AB75470FB96}"/>
              </a:ext>
            </a:extLst>
          </p:cNvPr>
          <p:cNvPicPr>
            <a:picLocks noChangeAspect="1"/>
          </p:cNvPicPr>
          <p:nvPr/>
        </p:nvPicPr>
        <p:blipFill>
          <a:blip r:embed="rId14" cstate="screen">
            <a:extLst>
              <a:ext uri="{28A0092B-C50C-407E-A947-70E740481C1C}">
                <a14:useLocalDpi xmlns:a14="http://schemas.microsoft.com/office/drawing/2010/main"/>
              </a:ext>
            </a:extLst>
          </a:blip>
          <a:srcRect b="15231"/>
          <a:stretch>
            <a:fillRect/>
          </a:stretch>
        </p:blipFill>
        <p:spPr>
          <a:xfrm>
            <a:off x="2581778" y="2847825"/>
            <a:ext cx="8518064" cy="2914330"/>
          </a:xfrm>
          <a:prstGeom prst="rect">
            <a:avLst/>
          </a:prstGeom>
        </p:spPr>
      </p:pic>
      <p:sp>
        <p:nvSpPr>
          <p:cNvPr id="49" name="TextBox 48">
            <a:extLst>
              <a:ext uri="{FF2B5EF4-FFF2-40B4-BE49-F238E27FC236}">
                <a16:creationId xmlns:a16="http://schemas.microsoft.com/office/drawing/2014/main" id="{0C8795E4-59EE-60C5-54F0-5AEF4C6653F3}"/>
              </a:ext>
            </a:extLst>
          </p:cNvPr>
          <p:cNvSpPr txBox="1"/>
          <p:nvPr/>
        </p:nvSpPr>
        <p:spPr>
          <a:xfrm>
            <a:off x="2581778" y="1577137"/>
            <a:ext cx="1063981" cy="369332"/>
          </a:xfrm>
          <a:prstGeom prst="rect">
            <a:avLst/>
          </a:prstGeom>
          <a:noFill/>
        </p:spPr>
        <p:txBody>
          <a:bodyPr wrap="square" rtlCol="0">
            <a:spAutoFit/>
          </a:bodyPr>
          <a:lstStyle/>
          <a:p>
            <a:pPr algn="ctr"/>
            <a:r>
              <a:rPr lang="en-US" dirty="0">
                <a:latin typeface="Corbel" panose="020B0503020204020204" pitchFamily="34" charset="0"/>
                <a:cs typeface="Courier New" panose="02070309020205020404" pitchFamily="49" charset="0"/>
              </a:rPr>
              <a:t>1850</a:t>
            </a:r>
          </a:p>
        </p:txBody>
      </p:sp>
      <p:sp>
        <p:nvSpPr>
          <p:cNvPr id="50" name="TextBox 49">
            <a:extLst>
              <a:ext uri="{FF2B5EF4-FFF2-40B4-BE49-F238E27FC236}">
                <a16:creationId xmlns:a16="http://schemas.microsoft.com/office/drawing/2014/main" id="{9593DF0E-2BE0-6253-C348-42048CB8722D}"/>
              </a:ext>
            </a:extLst>
          </p:cNvPr>
          <p:cNvSpPr txBox="1"/>
          <p:nvPr/>
        </p:nvSpPr>
        <p:spPr>
          <a:xfrm>
            <a:off x="10820034" y="1577137"/>
            <a:ext cx="1063981" cy="369332"/>
          </a:xfrm>
          <a:prstGeom prst="rect">
            <a:avLst/>
          </a:prstGeom>
          <a:noFill/>
        </p:spPr>
        <p:txBody>
          <a:bodyPr wrap="square" rtlCol="0">
            <a:spAutoFit/>
          </a:bodyPr>
          <a:lstStyle/>
          <a:p>
            <a:pPr algn="ctr"/>
            <a:r>
              <a:rPr lang="en-US" dirty="0">
                <a:latin typeface="Corbel" panose="020B0503020204020204" pitchFamily="34" charset="0"/>
                <a:cs typeface="Courier New" panose="02070309020205020404" pitchFamily="49" charset="0"/>
              </a:rPr>
              <a:t>→ 2100</a:t>
            </a:r>
          </a:p>
        </p:txBody>
      </p:sp>
      <p:pic>
        <p:nvPicPr>
          <p:cNvPr id="51" name="Picture 50" descr="Scuba divers under water&#10;&#10;AI-generated content may be incorrect.">
            <a:extLst>
              <a:ext uri="{FF2B5EF4-FFF2-40B4-BE49-F238E27FC236}">
                <a16:creationId xmlns:a16="http://schemas.microsoft.com/office/drawing/2014/main" id="{041DDCC3-E4F2-CB72-C1F7-A40011A88772}"/>
              </a:ext>
            </a:extLst>
          </p:cNvPr>
          <p:cNvPicPr/>
          <p:nvPr/>
        </p:nvPicPr>
        <p:blipFill>
          <a:blip r:embed="rId5" cstate="screen">
            <a:extLst>
              <a:ext uri="{BEBA8EAE-BF5A-486C-A8C5-ECC9F3942E4B}">
                <a14:imgProps xmlns:a14="http://schemas.microsoft.com/office/drawing/2010/main">
                  <a14:imgLayer r:embed="rId6">
                    <a14:imgEffect>
                      <a14:brightnessContrast bright="-60000"/>
                    </a14:imgEffect>
                  </a14:imgLayer>
                </a14:imgProps>
              </a:ext>
              <a:ext uri="{28A0092B-C50C-407E-A947-70E740481C1C}">
                <a14:useLocalDpi xmlns:a14="http://schemas.microsoft.com/office/drawing/2010/main"/>
              </a:ext>
            </a:extLst>
          </a:blip>
          <a:srcRect/>
          <a:stretch/>
        </p:blipFill>
        <p:spPr>
          <a:xfrm>
            <a:off x="-15" y="0"/>
            <a:ext cx="12192011" cy="671089"/>
          </a:xfrm>
          <a:prstGeom prst="rect">
            <a:avLst/>
          </a:prstGeom>
        </p:spPr>
      </p:pic>
      <p:cxnSp>
        <p:nvCxnSpPr>
          <p:cNvPr id="52" name="Straight Connector 51">
            <a:extLst>
              <a:ext uri="{FF2B5EF4-FFF2-40B4-BE49-F238E27FC236}">
                <a16:creationId xmlns:a16="http://schemas.microsoft.com/office/drawing/2014/main" id="{8BDAADE6-3EA2-D3C1-3898-C1764493C46C}"/>
              </a:ext>
            </a:extLst>
          </p:cNvPr>
          <p:cNvCxnSpPr/>
          <p:nvPr/>
        </p:nvCxnSpPr>
        <p:spPr>
          <a:xfrm>
            <a:off x="-3" y="657106"/>
            <a:ext cx="12192003" cy="0"/>
          </a:xfrm>
          <a:prstGeom prst="line">
            <a:avLst/>
          </a:prstGeom>
          <a:ln w="53975">
            <a:gradFill>
              <a:gsLst>
                <a:gs pos="50000">
                  <a:srgbClr val="EE3C34"/>
                </a:gs>
                <a:gs pos="100000">
                  <a:srgbClr val="EE3C34"/>
                </a:gs>
                <a:gs pos="0">
                  <a:srgbClr val="EE3C34">
                    <a:alpha val="0"/>
                  </a:srgbClr>
                </a:gs>
              </a:gsLst>
              <a:lin ang="10800000" scaled="0"/>
            </a:gradFill>
          </a:ln>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C233ABC7-10DC-5152-89C1-5D6BD01CF57C}"/>
              </a:ext>
            </a:extLst>
          </p:cNvPr>
          <p:cNvSpPr txBox="1">
            <a:spLocks/>
          </p:cNvSpPr>
          <p:nvPr/>
        </p:nvSpPr>
        <p:spPr>
          <a:xfrm>
            <a:off x="228600" y="50716"/>
            <a:ext cx="2725615" cy="523220"/>
          </a:xfrm>
          <a:prstGeom prst="rect">
            <a:avLst/>
          </a:prstGeom>
          <a:noFill/>
        </p:spPr>
        <p:txBody>
          <a:bodyPr wrap="square" rtlCol="0">
            <a:spAutoFit/>
          </a:bodyPr>
          <a:lstStyle/>
          <a:p>
            <a:r>
              <a:rPr lang="en-US" sz="2800" b="1" dirty="0">
                <a:solidFill>
                  <a:srgbClr val="E7EBEE"/>
                </a:solidFill>
                <a:latin typeface="Corbel" panose="020B0503020204020204" pitchFamily="34" charset="0"/>
                <a:ea typeface="Verdana" panose="020B0604030504040204" pitchFamily="34" charset="0"/>
                <a:cs typeface="Beirut" pitchFamily="2" charset="-78"/>
              </a:rPr>
              <a:t>1. </a:t>
            </a:r>
            <a:r>
              <a:rPr lang="en-US" sz="2800" b="1" dirty="0">
                <a:solidFill>
                  <a:schemeClr val="bg1"/>
                </a:solidFill>
                <a:latin typeface="Corbel" panose="020B0503020204020204" pitchFamily="34" charset="0"/>
                <a:ea typeface="Verdana" panose="020B0604030504040204" pitchFamily="34" charset="0"/>
                <a:cs typeface="Beirut" pitchFamily="2" charset="-78"/>
              </a:rPr>
              <a:t>Overview</a:t>
            </a:r>
          </a:p>
        </p:txBody>
      </p:sp>
      <p:sp>
        <p:nvSpPr>
          <p:cNvPr id="54" name="TextBox 53">
            <a:extLst>
              <a:ext uri="{FF2B5EF4-FFF2-40B4-BE49-F238E27FC236}">
                <a16:creationId xmlns:a16="http://schemas.microsoft.com/office/drawing/2014/main" id="{E3F54BE4-3A1C-96AE-8E8C-742A959CAB42}"/>
              </a:ext>
            </a:extLst>
          </p:cNvPr>
          <p:cNvSpPr txBox="1">
            <a:spLocks/>
          </p:cNvSpPr>
          <p:nvPr/>
        </p:nvSpPr>
        <p:spPr>
          <a:xfrm>
            <a:off x="3231381" y="50716"/>
            <a:ext cx="2233795"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2. Economics </a:t>
            </a:r>
            <a:endParaRPr lang="en-US" sz="2800" b="1" dirty="0">
              <a:solidFill>
                <a:srgbClr val="FFC000"/>
              </a:solidFill>
              <a:latin typeface="Corbel" panose="020B0503020204020204" pitchFamily="34" charset="0"/>
              <a:ea typeface="Verdana" panose="020B0604030504040204" pitchFamily="34" charset="0"/>
              <a:cs typeface="Beirut" pitchFamily="2" charset="-78"/>
            </a:endParaRPr>
          </a:p>
        </p:txBody>
      </p:sp>
      <p:sp>
        <p:nvSpPr>
          <p:cNvPr id="55" name="TextBox 54">
            <a:extLst>
              <a:ext uri="{FF2B5EF4-FFF2-40B4-BE49-F238E27FC236}">
                <a16:creationId xmlns:a16="http://schemas.microsoft.com/office/drawing/2014/main" id="{AB7630B3-5E31-B707-3276-BF871974CD45}"/>
              </a:ext>
            </a:extLst>
          </p:cNvPr>
          <p:cNvSpPr txBox="1">
            <a:spLocks/>
          </p:cNvSpPr>
          <p:nvPr/>
        </p:nvSpPr>
        <p:spPr>
          <a:xfrm>
            <a:off x="6349628" y="50716"/>
            <a:ext cx="3297580"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3. Tourism</a:t>
            </a:r>
          </a:p>
        </p:txBody>
      </p:sp>
      <p:sp>
        <p:nvSpPr>
          <p:cNvPr id="56" name="TextBox 55">
            <a:extLst>
              <a:ext uri="{FF2B5EF4-FFF2-40B4-BE49-F238E27FC236}">
                <a16:creationId xmlns:a16="http://schemas.microsoft.com/office/drawing/2014/main" id="{0AFE2E4A-A4E7-406D-DA99-2FDBAB7CC88C}"/>
              </a:ext>
            </a:extLst>
          </p:cNvPr>
          <p:cNvSpPr txBox="1">
            <a:spLocks/>
          </p:cNvSpPr>
          <p:nvPr/>
        </p:nvSpPr>
        <p:spPr>
          <a:xfrm>
            <a:off x="9195583" y="50716"/>
            <a:ext cx="2725614"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4. </a:t>
            </a:r>
            <a:r>
              <a:rPr lang="en-US" sz="2800" b="1" dirty="0">
                <a:solidFill>
                  <a:srgbClr val="FFC000"/>
                </a:solidFill>
                <a:latin typeface="Corbel" panose="020B0503020204020204" pitchFamily="34" charset="0"/>
                <a:ea typeface="Verdana" panose="020B0604030504040204" pitchFamily="34" charset="0"/>
                <a:cs typeface="Beirut" pitchFamily="2" charset="-78"/>
              </a:rPr>
              <a:t>Proposal</a:t>
            </a:r>
          </a:p>
        </p:txBody>
      </p:sp>
      <p:pic>
        <p:nvPicPr>
          <p:cNvPr id="57" name="Picture 56">
            <a:extLst>
              <a:ext uri="{FF2B5EF4-FFF2-40B4-BE49-F238E27FC236}">
                <a16:creationId xmlns:a16="http://schemas.microsoft.com/office/drawing/2014/main" id="{30366774-2586-3301-DAB3-56CEBF641D8C}"/>
              </a:ext>
            </a:extLst>
          </p:cNvPr>
          <p:cNvPicPr>
            <a:picLocks noChangeAspect="1"/>
          </p:cNvPicPr>
          <p:nvPr/>
        </p:nvPicPr>
        <p:blipFill>
          <a:blip r:embed="rId15"/>
          <a:srcRect/>
          <a:stretch/>
        </p:blipFill>
        <p:spPr>
          <a:xfrm>
            <a:off x="1006964" y="6090158"/>
            <a:ext cx="577686" cy="577686"/>
          </a:xfrm>
          <a:prstGeom prst="rect">
            <a:avLst/>
          </a:prstGeom>
        </p:spPr>
      </p:pic>
    </p:spTree>
    <p:extLst>
      <p:ext uri="{BB962C8B-B14F-4D97-AF65-F5344CB8AC3E}">
        <p14:creationId xmlns:p14="http://schemas.microsoft.com/office/powerpoint/2010/main" val="161360093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1DDB2-620C-4515-7706-7C38A831827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F7A2A56-C01E-7AF0-B032-AC51838E1F8F}"/>
                  </a:ext>
                </a:extLst>
              </p:cNvPr>
              <p:cNvSpPr txBox="1"/>
              <p:nvPr/>
            </p:nvSpPr>
            <p:spPr>
              <a:xfrm>
                <a:off x="5602642" y="4851615"/>
                <a:ext cx="6504048" cy="1725985"/>
              </a:xfrm>
              <a:prstGeom prst="rect">
                <a:avLst/>
              </a:prstGeom>
              <a:noFill/>
            </p:spPr>
            <p:txBody>
              <a:bodyPr wrap="square" lIns="0" tIns="0" rIns="0" bIns="0" rtlCol="0">
                <a:spAutoFit/>
              </a:bodyPr>
              <a:lstStyle/>
              <a:p>
                <a14:m>
                  <m:oMath xmlns:m="http://schemas.openxmlformats.org/officeDocument/2006/math">
                    <m:sSub>
                      <m:sSubPr>
                        <m:ctrlPr>
                          <a:rPr lang="en-GB" i="1" smtClean="0">
                            <a:latin typeface="Cambria Math" panose="02040503050406030204" pitchFamily="18" charset="0"/>
                          </a:rPr>
                        </m:ctrlPr>
                      </m:sSubPr>
                      <m:e>
                        <m:r>
                          <a:rPr lang="en-GB" b="0" i="1">
                            <a:latin typeface="Cambria Math" panose="02040503050406030204" pitchFamily="18" charset="0"/>
                          </a:rPr>
                          <m:t>𝐹</m:t>
                        </m:r>
                      </m:e>
                      <m:sub>
                        <m:sSubSup>
                          <m:sSubSupPr>
                            <m:ctrlPr>
                              <a:rPr lang="en-GB" i="1">
                                <a:latin typeface="Cambria Math" panose="02040503050406030204" pitchFamily="18" charset="0"/>
                              </a:rPr>
                            </m:ctrlPr>
                          </m:sSubSupPr>
                          <m:e>
                            <m:r>
                              <a:rPr lang="en-GB" b="0" i="1">
                                <a:latin typeface="Cambria Math" panose="02040503050406030204" pitchFamily="18" charset="0"/>
                                <a:ea typeface="Cambria Math" panose="02040503050406030204" pitchFamily="18" charset="0"/>
                              </a:rPr>
                              <m:t>𝜒</m:t>
                            </m:r>
                          </m:e>
                          <m:sub>
                            <m:r>
                              <a:rPr lang="en-GB" b="0" i="1">
                                <a:latin typeface="Cambria Math" panose="02040503050406030204" pitchFamily="18" charset="0"/>
                              </a:rPr>
                              <m:t>𝑘</m:t>
                            </m:r>
                          </m:sub>
                          <m:sup>
                            <m:r>
                              <a:rPr lang="en-GB" b="0" i="1">
                                <a:latin typeface="Cambria Math" panose="02040503050406030204" pitchFamily="18" charset="0"/>
                              </a:rPr>
                              <m:t>2</m:t>
                            </m:r>
                            <m:r>
                              <a:rPr lang="en-GB" b="0" i="1" smtClean="0">
                                <a:latin typeface="Cambria Math" panose="02040503050406030204" pitchFamily="18" charset="0"/>
                              </a:rPr>
                              <m:t> </m:t>
                            </m:r>
                          </m:sup>
                        </m:sSubSup>
                      </m:sub>
                    </m:sSub>
                  </m:oMath>
                </a14:m>
                <a:r>
                  <a:rPr lang="en-GB" b="0" i="1" dirty="0">
                    <a:solidFill>
                      <a:schemeClr val="tx1"/>
                    </a:solidFill>
                    <a:latin typeface="Corbel" panose="020B0503020204020204" pitchFamily="34" charset="0"/>
                  </a:rPr>
                  <a:t>– </a:t>
                </a:r>
                <a:r>
                  <a:rPr lang="en-GB" b="0" dirty="0">
                    <a:solidFill>
                      <a:schemeClr val="tx1"/>
                    </a:solidFill>
                    <a:latin typeface="Corbel" panose="020B0503020204020204" pitchFamily="34" charset="0"/>
                  </a:rPr>
                  <a:t>cumulative distribution function of</a:t>
                </a:r>
                <a:r>
                  <a:rPr lang="en-GB" b="0" i="1" dirty="0">
                    <a:solidFill>
                      <a:schemeClr val="tx1"/>
                    </a:solidFill>
                    <a:latin typeface="Corbel" panose="020B0503020204020204" pitchFamily="34" charset="0"/>
                  </a:rPr>
                  <a:t> </a:t>
                </a:r>
                <a14:m>
                  <m:oMath xmlns:m="http://schemas.openxmlformats.org/officeDocument/2006/math">
                    <m:sSup>
                      <m:sSupPr>
                        <m:ctrlPr>
                          <a:rPr lang="en-GB" i="1">
                            <a:latin typeface="Cambria Math" panose="02040503050406030204" pitchFamily="18" charset="0"/>
                          </a:rPr>
                        </m:ctrlPr>
                      </m:sSupPr>
                      <m:e>
                        <m:r>
                          <a:rPr lang="en-GB" i="1" smtClean="0">
                            <a:latin typeface="Cambria Math" panose="02040503050406030204" pitchFamily="18" charset="0"/>
                            <a:ea typeface="Cambria Math" panose="02040503050406030204" pitchFamily="18" charset="0"/>
                          </a:rPr>
                          <m:t>𝜒</m:t>
                        </m:r>
                      </m:e>
                      <m:sup>
                        <m:r>
                          <a:rPr lang="en-GB" b="0" i="1" smtClean="0">
                            <a:latin typeface="Cambria Math" panose="02040503050406030204" pitchFamily="18" charset="0"/>
                          </a:rPr>
                          <m:t>2</m:t>
                        </m:r>
                      </m:sup>
                    </m:sSup>
                    <m:r>
                      <a:rPr lang="en-GB" i="1">
                        <a:latin typeface="Cambria Math" panose="02040503050406030204" pitchFamily="18" charset="0"/>
                      </a:rPr>
                      <m:t> </m:t>
                    </m:r>
                  </m:oMath>
                </a14:m>
                <a:r>
                  <a:rPr lang="en-GB" b="0" dirty="0">
                    <a:solidFill>
                      <a:schemeClr val="tx1"/>
                    </a:solidFill>
                    <a:latin typeface="Corbel" panose="020B0503020204020204" pitchFamily="34" charset="0"/>
                  </a:rPr>
                  <a:t>distribution with </a:t>
                </a:r>
                <a14:m>
                  <m:oMath xmlns:m="http://schemas.openxmlformats.org/officeDocument/2006/math">
                    <m:r>
                      <a:rPr lang="en-GB" b="0" i="1" smtClean="0">
                        <a:solidFill>
                          <a:schemeClr val="tx1"/>
                        </a:solidFill>
                        <a:latin typeface="Cambria Math" panose="02040503050406030204" pitchFamily="18" charset="0"/>
                      </a:rPr>
                      <m:t>𝑘</m:t>
                    </m:r>
                  </m:oMath>
                </a14:m>
                <a:r>
                  <a:rPr lang="en-GB" b="0" dirty="0">
                    <a:solidFill>
                      <a:schemeClr val="tx1"/>
                    </a:solidFill>
                    <a:latin typeface="Corbel" panose="020B0503020204020204" pitchFamily="34" charset="0"/>
                  </a:rPr>
                  <a:t> degrees of freedom</a:t>
                </a:r>
                <a:endParaRPr lang="en-GB" dirty="0">
                  <a:latin typeface="Corbel" panose="020B0503020204020204" pitchFamily="34" charset="0"/>
                </a:endParaRPr>
              </a:p>
              <a:p>
                <a:endParaRPr lang="en-GB" b="0" dirty="0">
                  <a:solidFill>
                    <a:schemeClr val="tx1"/>
                  </a:solidFill>
                  <a:latin typeface="Corbel" panose="020B0503020204020204" pitchFamily="34" charset="0"/>
                </a:endParaRPr>
              </a:p>
              <a:p>
                <a:r>
                  <a:rPr lang="en-GB" dirty="0">
                    <a:latin typeface="Corbel" panose="020B0503020204020204" pitchFamily="34" charset="0"/>
                  </a:rPr>
                  <a:t>High </a:t>
                </a:r>
                <a14:m>
                  <m:oMath xmlns:m="http://schemas.openxmlformats.org/officeDocument/2006/math">
                    <m:r>
                      <a:rPr lang="en-GB" b="0" i="1" smtClean="0">
                        <a:latin typeface="Cambria Math" panose="02040503050406030204" pitchFamily="18" charset="0"/>
                      </a:rPr>
                      <m:t>𝑝</m:t>
                    </m:r>
                  </m:oMath>
                </a14:m>
                <a:r>
                  <a:rPr lang="en-GB" b="0" dirty="0">
                    <a:solidFill>
                      <a:schemeClr val="tx1"/>
                    </a:solidFill>
                    <a:latin typeface="Corbel" panose="020B0503020204020204" pitchFamily="34" charset="0"/>
                  </a:rPr>
                  <a:t> → environment at </a:t>
                </a:r>
                <a14:m>
                  <m:oMath xmlns:m="http://schemas.openxmlformats.org/officeDocument/2006/math">
                    <m:r>
                      <a:rPr lang="en-GB" b="0" i="1" smtClean="0">
                        <a:solidFill>
                          <a:schemeClr val="tx1"/>
                        </a:solidFill>
                        <a:latin typeface="Cambria Math" panose="02040503050406030204" pitchFamily="18" charset="0"/>
                      </a:rPr>
                      <m:t>𝑥</m:t>
                    </m:r>
                  </m:oMath>
                </a14:m>
                <a:r>
                  <a:rPr lang="en-GB" b="0" dirty="0">
                    <a:solidFill>
                      <a:schemeClr val="tx1"/>
                    </a:solidFill>
                    <a:latin typeface="Corbel" panose="020B0503020204020204" pitchFamily="34" charset="0"/>
                  </a:rPr>
                  <a:t> is similar/suitable</a:t>
                </a:r>
              </a:p>
              <a:p>
                <a:r>
                  <a:rPr lang="en-GB" dirty="0">
                    <a:latin typeface="Corbel" panose="020B0503020204020204" pitchFamily="34" charset="0"/>
                  </a:rPr>
                  <a:t>Low </a:t>
                </a:r>
                <a14:m>
                  <m:oMath xmlns:m="http://schemas.openxmlformats.org/officeDocument/2006/math">
                    <m:r>
                      <a:rPr lang="en-GB" i="1">
                        <a:latin typeface="Cambria Math" panose="02040503050406030204" pitchFamily="18" charset="0"/>
                      </a:rPr>
                      <m:t>𝑝</m:t>
                    </m:r>
                  </m:oMath>
                </a14:m>
                <a:r>
                  <a:rPr lang="en-GB" dirty="0">
                    <a:latin typeface="Corbel" panose="020B0503020204020204" pitchFamily="34" charset="0"/>
                  </a:rPr>
                  <a:t> → </a:t>
                </a:r>
                <a14:m>
                  <m:oMath xmlns:m="http://schemas.openxmlformats.org/officeDocument/2006/math">
                    <m:r>
                      <a:rPr lang="en-GB" i="1">
                        <a:latin typeface="Cambria Math" panose="02040503050406030204" pitchFamily="18" charset="0"/>
                      </a:rPr>
                      <m:t>𝑥</m:t>
                    </m:r>
                  </m:oMath>
                </a14:m>
                <a:r>
                  <a:rPr lang="en-GB" dirty="0">
                    <a:latin typeface="Corbel" panose="020B0503020204020204" pitchFamily="34" charset="0"/>
                  </a:rPr>
                  <a:t> is untypical/unsuitable</a:t>
                </a:r>
              </a:p>
              <a:p>
                <a:endParaRPr lang="en-GB" b="0" dirty="0">
                  <a:solidFill>
                    <a:schemeClr val="tx1"/>
                  </a:solidFill>
                  <a:latin typeface="Corbel" panose="020B0503020204020204" pitchFamily="34" charset="0"/>
                </a:endParaRPr>
              </a:p>
            </p:txBody>
          </p:sp>
        </mc:Choice>
        <mc:Fallback xmlns="">
          <p:sp>
            <p:nvSpPr>
              <p:cNvPr id="4" name="TextBox 3">
                <a:extLst>
                  <a:ext uri="{FF2B5EF4-FFF2-40B4-BE49-F238E27FC236}">
                    <a16:creationId xmlns:a16="http://schemas.microsoft.com/office/drawing/2014/main" id="{2F7A2A56-C01E-7AF0-B032-AC51838E1F8F}"/>
                  </a:ext>
                </a:extLst>
              </p:cNvPr>
              <p:cNvSpPr txBox="1">
                <a:spLocks noRot="1" noChangeAspect="1" noMove="1" noResize="1" noEditPoints="1" noAdjustHandles="1" noChangeArrowheads="1" noChangeShapeType="1" noTextEdit="1"/>
              </p:cNvSpPr>
              <p:nvPr/>
            </p:nvSpPr>
            <p:spPr>
              <a:xfrm>
                <a:off x="5602642" y="4851615"/>
                <a:ext cx="6504048" cy="1725985"/>
              </a:xfrm>
              <a:prstGeom prst="rect">
                <a:avLst/>
              </a:prstGeom>
              <a:blipFill>
                <a:blip r:embed="rId3"/>
                <a:stretch>
                  <a:fillRect l="-2144" t="-4412"/>
                </a:stretch>
              </a:blipFill>
            </p:spPr>
            <p:txBody>
              <a:bodyPr/>
              <a:lstStyle/>
              <a:p>
                <a:r>
                  <a:rPr lang="en-US">
                    <a:noFill/>
                  </a:rPr>
                  <a:t> </a:t>
                </a:r>
              </a:p>
            </p:txBody>
          </p:sp>
        </mc:Fallback>
      </mc:AlternateContent>
      <p:sp>
        <p:nvSpPr>
          <p:cNvPr id="13" name="Rectangle 12">
            <a:extLst>
              <a:ext uri="{FF2B5EF4-FFF2-40B4-BE49-F238E27FC236}">
                <a16:creationId xmlns:a16="http://schemas.microsoft.com/office/drawing/2014/main" id="{2C5CBD61-113B-2D7E-A926-008203D5D94C}"/>
              </a:ext>
            </a:extLst>
          </p:cNvPr>
          <p:cNvSpPr/>
          <p:nvPr/>
        </p:nvSpPr>
        <p:spPr>
          <a:xfrm>
            <a:off x="4861622" y="4117214"/>
            <a:ext cx="7191712" cy="248400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239B69F-2432-89B8-C776-19D52BC74CB3}"/>
              </a:ext>
            </a:extLst>
          </p:cNvPr>
          <p:cNvSpPr/>
          <p:nvPr/>
        </p:nvSpPr>
        <p:spPr>
          <a:xfrm>
            <a:off x="8568664" y="6577226"/>
            <a:ext cx="2983983" cy="586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Scuba divers under water&#10;&#10;AI-generated content may be incorrect.">
            <a:extLst>
              <a:ext uri="{FF2B5EF4-FFF2-40B4-BE49-F238E27FC236}">
                <a16:creationId xmlns:a16="http://schemas.microsoft.com/office/drawing/2014/main" id="{AF581A67-9F43-DE47-C50B-C43EC44B90EC}"/>
              </a:ext>
            </a:extLst>
          </p:cNvPr>
          <p:cNvPicPr>
            <a:picLocks noGrp="1" noRot="1" noChangeAspect="1" noMove="1" noResize="1" noEditPoints="1" noAdjustHandles="1" noChangeArrowheads="1" noChangeShapeType="1" noCrop="1"/>
          </p:cNvPicPr>
          <p:nvPr/>
        </p:nvPicPr>
        <p:blipFill>
          <a:blip r:embed="rId4" cstate="screen">
            <a:extLst>
              <a:ext uri="{BEBA8EAE-BF5A-486C-A8C5-ECC9F3942E4B}">
                <a14:imgProps xmlns:a14="http://schemas.microsoft.com/office/drawing/2010/main">
                  <a14:imgLayer r:embed="rId5">
                    <a14:imgEffect>
                      <a14:brightnessContrast bright="-60000"/>
                    </a14:imgEffect>
                  </a14:imgLayer>
                </a14:imgProps>
              </a:ext>
              <a:ext uri="{28A0092B-C50C-407E-A947-70E740481C1C}">
                <a14:useLocalDpi xmlns:a14="http://schemas.microsoft.com/office/drawing/2010/main"/>
              </a:ext>
            </a:extLst>
          </a:blip>
          <a:srcRect/>
          <a:stretch/>
        </p:blipFill>
        <p:spPr>
          <a:xfrm>
            <a:off x="1" y="-3750"/>
            <a:ext cx="1591982" cy="6858000"/>
          </a:xfrm>
          <a:prstGeom prst="rect">
            <a:avLst/>
          </a:prstGeom>
        </p:spPr>
      </p:pic>
      <p:pic>
        <p:nvPicPr>
          <p:cNvPr id="10" name="Picture 9" descr="Scuba divers under water&#10;&#10;AI-generated content may be incorrect.">
            <a:extLst>
              <a:ext uri="{FF2B5EF4-FFF2-40B4-BE49-F238E27FC236}">
                <a16:creationId xmlns:a16="http://schemas.microsoft.com/office/drawing/2014/main" id="{5FD7C9CC-14C2-F1AD-9EE5-8746A3CA01D3}"/>
              </a:ext>
            </a:extLst>
          </p:cNvPr>
          <p:cNvPicPr>
            <a:picLocks noGrp="1" noRot="1" noChangeAspect="1" noMove="1" noResize="1" noEditPoints="1" noAdjustHandles="1" noChangeArrowheads="1" noChangeShapeType="1" noCrop="1"/>
          </p:cNvPicPr>
          <p:nvPr/>
        </p:nvPicPr>
        <p:blipFill>
          <a:blip r:embed="rId6" cstate="screen">
            <a:extLst>
              <a:ext uri="{BEBA8EAE-BF5A-486C-A8C5-ECC9F3942E4B}">
                <a14:imgProps xmlns:a14="http://schemas.microsoft.com/office/drawing/2010/main">
                  <a14:imgLayer r:embed="rId7">
                    <a14:imgEffect>
                      <a14:brightnessContrast bright="-60000"/>
                    </a14:imgEffect>
                  </a14:imgLayer>
                </a14:imgProps>
              </a:ext>
              <a:ext uri="{28A0092B-C50C-407E-A947-70E740481C1C}">
                <a14:useLocalDpi xmlns:a14="http://schemas.microsoft.com/office/drawing/2010/main"/>
              </a:ext>
            </a:extLst>
          </a:blip>
          <a:srcRect/>
          <a:stretch/>
        </p:blipFill>
        <p:spPr>
          <a:xfrm>
            <a:off x="-15" y="0"/>
            <a:ext cx="12192011" cy="671089"/>
          </a:xfrm>
          <a:prstGeom prst="rect">
            <a:avLst/>
          </a:prstGeom>
        </p:spPr>
      </p:pic>
      <p:cxnSp>
        <p:nvCxnSpPr>
          <p:cNvPr id="32" name="Straight Connector 31">
            <a:extLst>
              <a:ext uri="{FF2B5EF4-FFF2-40B4-BE49-F238E27FC236}">
                <a16:creationId xmlns:a16="http://schemas.microsoft.com/office/drawing/2014/main" id="{5A683A12-4E5D-20AB-4D83-A13BC054AB63}"/>
              </a:ext>
            </a:extLst>
          </p:cNvPr>
          <p:cNvCxnSpPr>
            <a:cxnSpLocks noGrp="1" noRot="1" noMove="1" noResize="1" noEditPoints="1" noAdjustHandles="1" noChangeArrowheads="1" noChangeShapeType="1"/>
          </p:cNvCxnSpPr>
          <p:nvPr/>
        </p:nvCxnSpPr>
        <p:spPr>
          <a:xfrm>
            <a:off x="-3" y="657106"/>
            <a:ext cx="12192003" cy="0"/>
          </a:xfrm>
          <a:prstGeom prst="line">
            <a:avLst/>
          </a:prstGeom>
          <a:ln w="53975">
            <a:gradFill>
              <a:gsLst>
                <a:gs pos="50000">
                  <a:srgbClr val="EE3C34"/>
                </a:gs>
                <a:gs pos="100000">
                  <a:srgbClr val="EE3C34"/>
                </a:gs>
                <a:gs pos="0">
                  <a:srgbClr val="EE3C34">
                    <a:alpha val="0"/>
                  </a:srgbClr>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1" name="Right Triangle 20">
            <a:extLst>
              <a:ext uri="{FF2B5EF4-FFF2-40B4-BE49-F238E27FC236}">
                <a16:creationId xmlns:a16="http://schemas.microsoft.com/office/drawing/2014/main" id="{2DCADA53-282A-308A-8D32-C183D23708B4}"/>
              </a:ext>
            </a:extLst>
          </p:cNvPr>
          <p:cNvSpPr>
            <a:spLocks noGrp="1" noRot="1" noMove="1" noResize="1" noEditPoints="1" noAdjustHandles="1" noChangeArrowheads="1" noChangeShapeType="1"/>
          </p:cNvSpPr>
          <p:nvPr/>
        </p:nvSpPr>
        <p:spPr>
          <a:xfrm flipH="1">
            <a:off x="0" y="5309760"/>
            <a:ext cx="1591982" cy="1548239"/>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E3812F40-BF4F-CA6E-A505-5823ACA1777E}"/>
              </a:ext>
            </a:extLst>
          </p:cNvPr>
          <p:cNvGrpSpPr/>
          <p:nvPr/>
        </p:nvGrpSpPr>
        <p:grpSpPr>
          <a:xfrm>
            <a:off x="1658749" y="2427942"/>
            <a:ext cx="3138941" cy="3017976"/>
            <a:chOff x="4437482" y="3495012"/>
            <a:chExt cx="2814336" cy="2705882"/>
          </a:xfrm>
        </p:grpSpPr>
        <mc:AlternateContent xmlns:mc="http://schemas.openxmlformats.org/markup-compatibility/2006" xmlns:a14="http://schemas.microsoft.com/office/drawing/2010/main">
          <mc:Choice Requires="a14">
            <p:sp>
              <p:nvSpPr>
                <p:cNvPr id="1059" name="TextBox 1058">
                  <a:extLst>
                    <a:ext uri="{FF2B5EF4-FFF2-40B4-BE49-F238E27FC236}">
                      <a16:creationId xmlns:a16="http://schemas.microsoft.com/office/drawing/2014/main" id="{A67D5FA6-18C3-4090-FC34-623386C0F6EB}"/>
                    </a:ext>
                  </a:extLst>
                </p:cNvPr>
                <p:cNvSpPr txBox="1"/>
                <p:nvPr/>
              </p:nvSpPr>
              <p:spPr>
                <a:xfrm>
                  <a:off x="4537228" y="3495012"/>
                  <a:ext cx="640625"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r>
                              <a:rPr lang="en-GB" sz="2800" b="0" i="1" smtClean="0">
                                <a:latin typeface="Cambria Math" panose="02040503050406030204" pitchFamily="18" charset="0"/>
                              </a:rPr>
                              <m:t>𝑋</m:t>
                            </m:r>
                          </m:e>
                          <m:sub>
                            <m:r>
                              <a:rPr lang="en-GB" sz="2800" b="0" i="1" smtClean="0">
                                <a:latin typeface="Cambria Math" panose="02040503050406030204" pitchFamily="18" charset="0"/>
                              </a:rPr>
                              <m:t>2</m:t>
                            </m:r>
                          </m:sub>
                        </m:sSub>
                      </m:oMath>
                    </m:oMathPara>
                  </a14:m>
                  <a:endParaRPr lang="en-US" sz="2800" dirty="0"/>
                </a:p>
              </p:txBody>
            </p:sp>
          </mc:Choice>
          <mc:Fallback xmlns="">
            <p:sp>
              <p:nvSpPr>
                <p:cNvPr id="1059" name="TextBox 1058">
                  <a:extLst>
                    <a:ext uri="{FF2B5EF4-FFF2-40B4-BE49-F238E27FC236}">
                      <a16:creationId xmlns:a16="http://schemas.microsoft.com/office/drawing/2014/main" id="{6A26E929-0C7D-2494-0B0A-195C6BB25211}"/>
                    </a:ext>
                  </a:extLst>
                </p:cNvPr>
                <p:cNvSpPr txBox="1">
                  <a:spLocks noRot="1" noChangeAspect="1" noMove="1" noResize="1" noEditPoints="1" noAdjustHandles="1" noChangeArrowheads="1" noChangeShapeType="1" noTextEdit="1"/>
                </p:cNvSpPr>
                <p:nvPr/>
              </p:nvSpPr>
              <p:spPr>
                <a:xfrm>
                  <a:off x="4537228" y="3495012"/>
                  <a:ext cx="640625" cy="523220"/>
                </a:xfrm>
                <a:prstGeom prst="rect">
                  <a:avLst/>
                </a:prstGeom>
                <a:blipFill>
                  <a:blip r:embed="rId9"/>
                  <a:stretch>
                    <a:fillRect l="-2128" b="-10256"/>
                  </a:stretch>
                </a:blipFill>
              </p:spPr>
              <p:txBody>
                <a:bodyPr/>
                <a:lstStyle/>
                <a:p>
                  <a:r>
                    <a:rPr lang="en-US">
                      <a:noFill/>
                    </a:rPr>
                    <a:t> </a:t>
                  </a:r>
                </a:p>
              </p:txBody>
            </p:sp>
          </mc:Fallback>
        </mc:AlternateContent>
        <p:cxnSp>
          <p:nvCxnSpPr>
            <p:cNvPr id="1060" name="Straight Arrow Connector 1059">
              <a:extLst>
                <a:ext uri="{FF2B5EF4-FFF2-40B4-BE49-F238E27FC236}">
                  <a16:creationId xmlns:a16="http://schemas.microsoft.com/office/drawing/2014/main" id="{02B93255-698E-4B0C-3F3A-24F7D404BA0B}"/>
                </a:ext>
              </a:extLst>
            </p:cNvPr>
            <p:cNvCxnSpPr/>
            <p:nvPr/>
          </p:nvCxnSpPr>
          <p:spPr>
            <a:xfrm flipV="1">
              <a:off x="5179967" y="3616729"/>
              <a:ext cx="0" cy="2055600"/>
            </a:xfrm>
            <a:prstGeom prst="straightConnector1">
              <a:avLst/>
            </a:prstGeom>
            <a:ln w="38100">
              <a:solidFill>
                <a:srgbClr val="11213C"/>
              </a:solidFill>
              <a:tailEnd type="triangle"/>
            </a:ln>
          </p:spPr>
          <p:style>
            <a:lnRef idx="2">
              <a:schemeClr val="accent1"/>
            </a:lnRef>
            <a:fillRef idx="0">
              <a:schemeClr val="accent1"/>
            </a:fillRef>
            <a:effectRef idx="1">
              <a:schemeClr val="accent1"/>
            </a:effectRef>
            <a:fontRef idx="minor">
              <a:schemeClr val="tx1"/>
            </a:fontRef>
          </p:style>
        </p:cxnSp>
        <p:cxnSp>
          <p:nvCxnSpPr>
            <p:cNvPr id="1061" name="Straight Arrow Connector 1060">
              <a:extLst>
                <a:ext uri="{FF2B5EF4-FFF2-40B4-BE49-F238E27FC236}">
                  <a16:creationId xmlns:a16="http://schemas.microsoft.com/office/drawing/2014/main" id="{A7BCE87F-07D4-C6E1-50A6-D09869A5501B}"/>
                </a:ext>
              </a:extLst>
            </p:cNvPr>
            <p:cNvCxnSpPr>
              <a:cxnSpLocks/>
            </p:cNvCxnSpPr>
            <p:nvPr/>
          </p:nvCxnSpPr>
          <p:spPr>
            <a:xfrm>
              <a:off x="5011290" y="5490970"/>
              <a:ext cx="2055565" cy="0"/>
            </a:xfrm>
            <a:prstGeom prst="straightConnector1">
              <a:avLst/>
            </a:prstGeom>
            <a:ln w="38100">
              <a:solidFill>
                <a:srgbClr val="11213C"/>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62" name="TextBox 1061">
                  <a:extLst>
                    <a:ext uri="{FF2B5EF4-FFF2-40B4-BE49-F238E27FC236}">
                      <a16:creationId xmlns:a16="http://schemas.microsoft.com/office/drawing/2014/main" id="{0A416D55-B051-8963-D1E5-B42DAA141361}"/>
                    </a:ext>
                  </a:extLst>
                </p:cNvPr>
                <p:cNvSpPr txBox="1"/>
                <p:nvPr/>
              </p:nvSpPr>
              <p:spPr>
                <a:xfrm>
                  <a:off x="6619465" y="5490970"/>
                  <a:ext cx="632353"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r>
                              <a:rPr lang="en-GB" sz="2800" b="0" i="1" smtClean="0">
                                <a:latin typeface="Cambria Math" panose="02040503050406030204" pitchFamily="18" charset="0"/>
                              </a:rPr>
                              <m:t>𝑋</m:t>
                            </m:r>
                          </m:e>
                          <m:sub>
                            <m:r>
                              <a:rPr lang="en-GB" sz="2800" b="0" i="1" smtClean="0">
                                <a:latin typeface="Cambria Math" panose="02040503050406030204" pitchFamily="18" charset="0"/>
                              </a:rPr>
                              <m:t>1</m:t>
                            </m:r>
                          </m:sub>
                        </m:sSub>
                      </m:oMath>
                    </m:oMathPara>
                  </a14:m>
                  <a:endParaRPr lang="en-US" sz="2800" dirty="0"/>
                </a:p>
              </p:txBody>
            </p:sp>
          </mc:Choice>
          <mc:Fallback xmlns="">
            <p:sp>
              <p:nvSpPr>
                <p:cNvPr id="1062" name="TextBox 1061">
                  <a:extLst>
                    <a:ext uri="{FF2B5EF4-FFF2-40B4-BE49-F238E27FC236}">
                      <a16:creationId xmlns:a16="http://schemas.microsoft.com/office/drawing/2014/main" id="{A538C986-75C0-7CDA-AB7D-EB25E915EC7F}"/>
                    </a:ext>
                  </a:extLst>
                </p:cNvPr>
                <p:cNvSpPr txBox="1">
                  <a:spLocks noRot="1" noChangeAspect="1" noMove="1" noResize="1" noEditPoints="1" noAdjustHandles="1" noChangeArrowheads="1" noChangeShapeType="1" noTextEdit="1"/>
                </p:cNvSpPr>
                <p:nvPr/>
              </p:nvSpPr>
              <p:spPr>
                <a:xfrm>
                  <a:off x="6619465" y="5490970"/>
                  <a:ext cx="632353" cy="523220"/>
                </a:xfrm>
                <a:prstGeom prst="rect">
                  <a:avLst/>
                </a:prstGeom>
                <a:blipFill>
                  <a:blip r:embed="rId10"/>
                  <a:stretch>
                    <a:fillRect l="-4348" b="-10256"/>
                  </a:stretch>
                </a:blipFill>
              </p:spPr>
              <p:txBody>
                <a:bodyPr/>
                <a:lstStyle/>
                <a:p>
                  <a:r>
                    <a:rPr lang="en-US">
                      <a:noFill/>
                    </a:rPr>
                    <a:t> </a:t>
                  </a:r>
                </a:p>
              </p:txBody>
            </p:sp>
          </mc:Fallback>
        </mc:AlternateContent>
        <p:sp>
          <p:nvSpPr>
            <p:cNvPr id="1063" name="Oval 1062">
              <a:extLst>
                <a:ext uri="{FF2B5EF4-FFF2-40B4-BE49-F238E27FC236}">
                  <a16:creationId xmlns:a16="http://schemas.microsoft.com/office/drawing/2014/main" id="{38A090B8-1B3B-6990-6B85-50470D0A4E90}"/>
                </a:ext>
              </a:extLst>
            </p:cNvPr>
            <p:cNvSpPr/>
            <p:nvPr/>
          </p:nvSpPr>
          <p:spPr>
            <a:xfrm rot="19466675">
              <a:off x="5249617" y="4146462"/>
              <a:ext cx="1900800" cy="733275"/>
            </a:xfrm>
            <a:prstGeom prst="ellipse">
              <a:avLst/>
            </a:prstGeom>
            <a:solidFill>
              <a:srgbClr val="DAF2D0"/>
            </a:solidFill>
            <a:ln w="381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64" name="Picture 1063" descr="A white leaf with black border&#10;&#10;AI-generated content may be incorrect.">
              <a:extLst>
                <a:ext uri="{FF2B5EF4-FFF2-40B4-BE49-F238E27FC236}">
                  <a16:creationId xmlns:a16="http://schemas.microsoft.com/office/drawing/2014/main" id="{805DA9FC-C74D-4A9B-F36C-5E3E4B9A22DB}"/>
                </a:ext>
              </a:extLst>
            </p:cNvPr>
            <p:cNvPicPr>
              <a:picLocks noChangeAspect="1"/>
            </p:cNvPicPr>
            <p:nvPr/>
          </p:nvPicPr>
          <p:blipFill>
            <a:blip r:embed="rId11" cstate="screen">
              <a:duotone>
                <a:prstClr val="black"/>
                <a:schemeClr val="accent2">
                  <a:tint val="45000"/>
                  <a:satMod val="400000"/>
                </a:schemeClr>
              </a:duotone>
              <a:extLst>
                <a:ext uri="{28A0092B-C50C-407E-A947-70E740481C1C}">
                  <a14:useLocalDpi xmlns:a14="http://schemas.microsoft.com/office/drawing/2010/main"/>
                </a:ext>
              </a:extLst>
            </a:blip>
            <a:stretch>
              <a:fillRect/>
            </a:stretch>
          </p:blipFill>
          <p:spPr>
            <a:xfrm>
              <a:off x="5964906" y="4325054"/>
              <a:ext cx="317011" cy="468419"/>
            </a:xfrm>
            <a:prstGeom prst="rect">
              <a:avLst/>
            </a:prstGeom>
          </p:spPr>
        </p:pic>
        <p:sp>
          <p:nvSpPr>
            <p:cNvPr id="1065" name="Cross 1064">
              <a:extLst>
                <a:ext uri="{FF2B5EF4-FFF2-40B4-BE49-F238E27FC236}">
                  <a16:creationId xmlns:a16="http://schemas.microsoft.com/office/drawing/2014/main" id="{B6F1B2BD-7CB8-B302-AB36-6ABDC26DA803}"/>
                </a:ext>
              </a:extLst>
            </p:cNvPr>
            <p:cNvSpPr/>
            <p:nvPr/>
          </p:nvSpPr>
          <p:spPr>
            <a:xfrm rot="2700000">
              <a:off x="6456899" y="4114609"/>
              <a:ext cx="264939" cy="264939"/>
            </a:xfrm>
            <a:prstGeom prst="plus">
              <a:avLst>
                <a:gd name="adj" fmla="val 46947"/>
              </a:avLst>
            </a:prstGeom>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6" name="Cross 1065">
              <a:extLst>
                <a:ext uri="{FF2B5EF4-FFF2-40B4-BE49-F238E27FC236}">
                  <a16:creationId xmlns:a16="http://schemas.microsoft.com/office/drawing/2014/main" id="{B0184B51-E898-332A-54D8-ABC0B133858D}"/>
                </a:ext>
              </a:extLst>
            </p:cNvPr>
            <p:cNvSpPr/>
            <p:nvPr/>
          </p:nvSpPr>
          <p:spPr>
            <a:xfrm rot="2700000">
              <a:off x="6341837" y="4975288"/>
              <a:ext cx="264940" cy="264939"/>
            </a:xfrm>
            <a:prstGeom prst="plus">
              <a:avLst>
                <a:gd name="adj" fmla="val 46947"/>
              </a:avLst>
            </a:prstGeom>
            <a:ln>
              <a:solidFill>
                <a:srgbClr val="EE3C3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p:txBody>
        </p:sp>
        <p:pic>
          <p:nvPicPr>
            <p:cNvPr id="1067" name="Picture 4" descr="Thermometer - Free weather icons">
              <a:extLst>
                <a:ext uri="{FF2B5EF4-FFF2-40B4-BE49-F238E27FC236}">
                  <a16:creationId xmlns:a16="http://schemas.microsoft.com/office/drawing/2014/main" id="{5853C21C-DA07-B9D1-2FC1-7904F6BDDB0E}"/>
                </a:ext>
              </a:extLst>
            </p:cNvPr>
            <p:cNvPicPr>
              <a:picLocks noChangeAspect="1" noChangeArrowheads="1"/>
            </p:cNvPicPr>
            <p:nvPr/>
          </p:nvPicPr>
          <p:blipFill>
            <a:blip r:embed="rId12" cstate="screen">
              <a:extLst>
                <a:ext uri="{28A0092B-C50C-407E-A947-70E740481C1C}">
                  <a14:useLocalDpi xmlns:a14="http://schemas.microsoft.com/office/drawing/2010/main"/>
                </a:ext>
              </a:extLst>
            </a:blip>
            <a:srcRect/>
            <a:stretch>
              <a:fillRect/>
            </a:stretch>
          </p:blipFill>
          <p:spPr bwMode="auto">
            <a:xfrm>
              <a:off x="5799780" y="5650168"/>
              <a:ext cx="550726" cy="550726"/>
            </a:xfrm>
            <a:prstGeom prst="rect">
              <a:avLst/>
            </a:prstGeom>
            <a:noFill/>
            <a:extLst>
              <a:ext uri="{909E8E84-426E-40DD-AFC4-6F175D3DCCD1}">
                <a14:hiddenFill xmlns:a14="http://schemas.microsoft.com/office/drawing/2010/main">
                  <a:solidFill>
                    <a:srgbClr val="FFFFFF"/>
                  </a:solidFill>
                </a14:hiddenFill>
              </a:ext>
            </a:extLst>
          </p:spPr>
        </p:pic>
        <p:pic>
          <p:nvPicPr>
            <p:cNvPr id="1068" name="Picture 1067">
              <a:extLst>
                <a:ext uri="{FF2B5EF4-FFF2-40B4-BE49-F238E27FC236}">
                  <a16:creationId xmlns:a16="http://schemas.microsoft.com/office/drawing/2014/main" id="{A7C1502E-AA4B-1724-ED49-98F4474A2D44}"/>
                </a:ext>
              </a:extLst>
            </p:cNvPr>
            <p:cNvPicPr>
              <a:picLocks noChangeAspect="1"/>
            </p:cNvPicPr>
            <p:nvPr/>
          </p:nvPicPr>
          <p:blipFill>
            <a:blip r:embed="rId13">
              <a:lum bright="-100000"/>
            </a:blip>
            <a:stretch>
              <a:fillRect/>
            </a:stretch>
          </p:blipFill>
          <p:spPr>
            <a:xfrm>
              <a:off x="4437482" y="4386263"/>
              <a:ext cx="614137" cy="614137"/>
            </a:xfrm>
            <a:prstGeom prst="rect">
              <a:avLst/>
            </a:prstGeom>
          </p:spPr>
        </p:pic>
      </p:gr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5F0A04A-6FF5-DD8A-4F68-DEBF9E1FE9ED}"/>
                  </a:ext>
                </a:extLst>
              </p:cNvPr>
              <p:cNvSpPr txBox="1"/>
              <p:nvPr/>
            </p:nvSpPr>
            <p:spPr>
              <a:xfrm>
                <a:off x="5743344" y="1827757"/>
                <a:ext cx="389253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𝐷</m:t>
                          </m:r>
                        </m:e>
                        <m:sup>
                          <m:r>
                            <a:rPr lang="en-GB" sz="2400" b="0" i="1" smtClean="0">
                              <a:latin typeface="Cambria Math" panose="02040503050406030204" pitchFamily="18" charset="0"/>
                            </a:rPr>
                            <m:t>2</m:t>
                          </m:r>
                        </m:sup>
                      </m:sSup>
                      <m:d>
                        <m:dPr>
                          <m:ctrlPr>
                            <a:rPr lang="en-GB" sz="2400" b="0" i="1" smtClean="0">
                              <a:latin typeface="Cambria Math" panose="02040503050406030204" pitchFamily="18" charset="0"/>
                            </a:rPr>
                          </m:ctrlPr>
                        </m:dPr>
                        <m:e>
                          <m:r>
                            <a:rPr lang="en-GB" sz="2400" b="1" i="1" smtClean="0">
                              <a:latin typeface="Cambria Math" panose="02040503050406030204" pitchFamily="18" charset="0"/>
                            </a:rPr>
                            <m:t>𝒙</m:t>
                          </m:r>
                        </m:e>
                      </m:d>
                      <m:r>
                        <a:rPr lang="en-GB" sz="2400" b="0" i="1" smtClean="0">
                          <a:latin typeface="Cambria Math" panose="02040503050406030204" pitchFamily="18" charset="0"/>
                        </a:rPr>
                        <m:t>=</m:t>
                      </m:r>
                      <m:sSup>
                        <m:sSupPr>
                          <m:ctrlPr>
                            <a:rPr lang="en-GB" sz="2400" b="0" i="1" smtClean="0">
                              <a:latin typeface="Cambria Math" panose="02040503050406030204" pitchFamily="18" charset="0"/>
                            </a:rPr>
                          </m:ctrlPr>
                        </m:sSupPr>
                        <m:e>
                          <m:d>
                            <m:dPr>
                              <m:ctrlPr>
                                <a:rPr lang="en-GB" sz="2400" i="1">
                                  <a:latin typeface="Cambria Math" panose="02040503050406030204" pitchFamily="18" charset="0"/>
                                </a:rPr>
                              </m:ctrlPr>
                            </m:dPr>
                            <m:e>
                              <m:r>
                                <a:rPr lang="en-GB" sz="2400" b="1" i="1">
                                  <a:latin typeface="Cambria Math" panose="02040503050406030204" pitchFamily="18" charset="0"/>
                                </a:rPr>
                                <m:t>𝒙</m:t>
                              </m:r>
                              <m:r>
                                <a:rPr lang="en-GB" sz="2400" i="1">
                                  <a:latin typeface="Cambria Math" panose="02040503050406030204" pitchFamily="18" charset="0"/>
                                </a:rPr>
                                <m:t>−</m:t>
                              </m:r>
                              <m:r>
                                <a:rPr lang="en-GB" sz="2400" b="1" i="1">
                                  <a:latin typeface="Cambria Math" panose="02040503050406030204" pitchFamily="18" charset="0"/>
                                  <a:ea typeface="Cambria Math" panose="02040503050406030204" pitchFamily="18" charset="0"/>
                                </a:rPr>
                                <m:t>𝝁</m:t>
                              </m:r>
                            </m:e>
                          </m:d>
                        </m:e>
                        <m:sup>
                          <m:r>
                            <a:rPr lang="en-GB" sz="2400" b="0" i="1" smtClean="0">
                              <a:latin typeface="Cambria Math" panose="02040503050406030204" pitchFamily="18" charset="0"/>
                            </a:rPr>
                            <m:t>𝑇</m:t>
                          </m:r>
                        </m:sup>
                      </m:sSup>
                      <m:sSup>
                        <m:sSupPr>
                          <m:ctrlPr>
                            <a:rPr lang="en-GB" sz="2400" b="0" i="1" smtClean="0">
                              <a:latin typeface="Cambria Math" panose="02040503050406030204" pitchFamily="18" charset="0"/>
                            </a:rPr>
                          </m:ctrlPr>
                        </m:sSupPr>
                        <m:e>
                          <m:r>
                            <m:rPr>
                              <m:sty m:val="p"/>
                            </m:rPr>
                            <a:rPr lang="el-GR" sz="2400" b="0" i="1" smtClean="0">
                              <a:latin typeface="Cambria Math" panose="02040503050406030204" pitchFamily="18" charset="0"/>
                              <a:ea typeface="Cambria Math" panose="02040503050406030204" pitchFamily="18" charset="0"/>
                            </a:rPr>
                            <m:t>Σ</m:t>
                          </m:r>
                        </m:e>
                        <m:sup>
                          <m:r>
                            <a:rPr lang="en-GB" sz="2400" b="0" i="1" smtClean="0">
                              <a:latin typeface="Cambria Math" panose="02040503050406030204" pitchFamily="18" charset="0"/>
                            </a:rPr>
                            <m:t>−1</m:t>
                          </m:r>
                        </m:sup>
                      </m:sSup>
                      <m:d>
                        <m:dPr>
                          <m:ctrlPr>
                            <a:rPr lang="en-GB" sz="2400" i="1">
                              <a:latin typeface="Cambria Math" panose="02040503050406030204" pitchFamily="18" charset="0"/>
                            </a:rPr>
                          </m:ctrlPr>
                        </m:dPr>
                        <m:e>
                          <m:r>
                            <a:rPr lang="en-GB" sz="2400" b="1" i="1">
                              <a:latin typeface="Cambria Math" panose="02040503050406030204" pitchFamily="18" charset="0"/>
                            </a:rPr>
                            <m:t>𝒙</m:t>
                          </m:r>
                          <m:r>
                            <a:rPr lang="en-GB" sz="2400" i="1">
                              <a:latin typeface="Cambria Math" panose="02040503050406030204" pitchFamily="18" charset="0"/>
                            </a:rPr>
                            <m:t>−</m:t>
                          </m:r>
                          <m:r>
                            <a:rPr lang="en-GB" sz="2400" b="1" i="1">
                              <a:latin typeface="Cambria Math" panose="02040503050406030204" pitchFamily="18" charset="0"/>
                              <a:ea typeface="Cambria Math" panose="02040503050406030204" pitchFamily="18" charset="0"/>
                            </a:rPr>
                            <m:t>𝝁</m:t>
                          </m:r>
                        </m:e>
                      </m:d>
                    </m:oMath>
                  </m:oMathPara>
                </a14:m>
                <a:endParaRPr lang="en-US" sz="2400" dirty="0"/>
              </a:p>
            </p:txBody>
          </p:sp>
        </mc:Choice>
        <mc:Fallback xmlns="">
          <p:sp>
            <p:nvSpPr>
              <p:cNvPr id="14" name="TextBox 13">
                <a:extLst>
                  <a:ext uri="{FF2B5EF4-FFF2-40B4-BE49-F238E27FC236}">
                    <a16:creationId xmlns:a16="http://schemas.microsoft.com/office/drawing/2014/main" id="{D5F0A04A-6FF5-DD8A-4F68-DEBF9E1FE9ED}"/>
                  </a:ext>
                </a:extLst>
              </p:cNvPr>
              <p:cNvSpPr txBox="1">
                <a:spLocks noRot="1" noChangeAspect="1" noMove="1" noResize="1" noEditPoints="1" noAdjustHandles="1" noChangeArrowheads="1" noChangeShapeType="1" noTextEdit="1"/>
              </p:cNvSpPr>
              <p:nvPr/>
            </p:nvSpPr>
            <p:spPr>
              <a:xfrm>
                <a:off x="5743344" y="1827757"/>
                <a:ext cx="3892539" cy="369332"/>
              </a:xfrm>
              <a:prstGeom prst="rect">
                <a:avLst/>
              </a:prstGeom>
              <a:blipFill>
                <a:blip r:embed="rId14"/>
                <a:stretch>
                  <a:fillRect l="-1629" t="-3448" b="-241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16ED53E-9BAB-29BE-C1EF-CAD068E1CA3D}"/>
                  </a:ext>
                </a:extLst>
              </p:cNvPr>
              <p:cNvSpPr txBox="1"/>
              <p:nvPr/>
            </p:nvSpPr>
            <p:spPr>
              <a:xfrm>
                <a:off x="5602642" y="2427942"/>
                <a:ext cx="6504048" cy="1391215"/>
              </a:xfrm>
              <a:prstGeom prst="rect">
                <a:avLst/>
              </a:prstGeom>
              <a:noFill/>
            </p:spPr>
            <p:txBody>
              <a:bodyPr wrap="square" lIns="0" tIns="0" rIns="0" bIns="0" rtlCol="0">
                <a:spAutoFit/>
              </a:bodyPr>
              <a:lstStyle/>
              <a:p>
                <a14:m>
                  <m:oMath xmlns:m="http://schemas.openxmlformats.org/officeDocument/2006/math">
                    <m:r>
                      <a:rPr lang="en-GB" b="1" i="1" smtClean="0">
                        <a:solidFill>
                          <a:schemeClr val="tx1"/>
                        </a:solidFill>
                        <a:latin typeface="Cambria Math" panose="02040503050406030204" pitchFamily="18" charset="0"/>
                      </a:rPr>
                      <m:t>𝒙</m:t>
                    </m:r>
                  </m:oMath>
                </a14:m>
                <a:r>
                  <a:rPr lang="en-GB" b="0" i="1" dirty="0">
                    <a:solidFill>
                      <a:schemeClr val="tx1"/>
                    </a:solidFill>
                    <a:latin typeface="Corbel" panose="020B0503020204020204" pitchFamily="34" charset="0"/>
                  </a:rPr>
                  <a:t> – </a:t>
                </a:r>
                <a:r>
                  <a:rPr lang="en-GB" b="0" dirty="0">
                    <a:solidFill>
                      <a:schemeClr val="tx1"/>
                    </a:solidFill>
                    <a:latin typeface="Corbel" panose="020B0503020204020204" pitchFamily="34" charset="0"/>
                  </a:rPr>
                  <a:t>environmental variable vector at a certain point</a:t>
                </a:r>
                <a:endParaRPr lang="en-GB" dirty="0">
                  <a:solidFill>
                    <a:schemeClr val="tx1"/>
                  </a:solidFill>
                  <a:latin typeface="Corbel" panose="020B0503020204020204" pitchFamily="34" charset="0"/>
                </a:endParaRPr>
              </a:p>
              <a:p>
                <a:endParaRPr lang="en-GB" b="0" dirty="0">
                  <a:solidFill>
                    <a:schemeClr val="tx1"/>
                  </a:solidFill>
                  <a:latin typeface="Corbel" panose="020B0503020204020204" pitchFamily="34" charset="0"/>
                </a:endParaRPr>
              </a:p>
              <a:p>
                <a14:m>
                  <m:oMath xmlns:m="http://schemas.openxmlformats.org/officeDocument/2006/math">
                    <m:r>
                      <a:rPr lang="en-GB" b="1" i="1" smtClean="0">
                        <a:solidFill>
                          <a:schemeClr val="tx1"/>
                        </a:solidFill>
                        <a:latin typeface="Cambria Math" panose="02040503050406030204" pitchFamily="18" charset="0"/>
                        <a:ea typeface="Cambria Math" panose="02040503050406030204" pitchFamily="18" charset="0"/>
                      </a:rPr>
                      <m:t>𝝁</m:t>
                    </m:r>
                  </m:oMath>
                </a14:m>
                <a:r>
                  <a:rPr lang="en-GB" b="0" i="1" dirty="0">
                    <a:solidFill>
                      <a:schemeClr val="tx1"/>
                    </a:solidFill>
                    <a:latin typeface="Corbel" panose="020B0503020204020204" pitchFamily="34" charset="0"/>
                  </a:rPr>
                  <a:t> – </a:t>
                </a:r>
                <a:r>
                  <a:rPr lang="en-GB" b="0" dirty="0">
                    <a:solidFill>
                      <a:schemeClr val="tx1"/>
                    </a:solidFill>
                    <a:latin typeface="Corbel" panose="020B0503020204020204" pitchFamily="34" charset="0"/>
                  </a:rPr>
                  <a:t>mean vector of environmental conditions </a:t>
                </a:r>
                <a:r>
                  <a:rPr lang="en-GB" dirty="0">
                    <a:solidFill>
                      <a:schemeClr val="tx1"/>
                    </a:solidFill>
                    <a:latin typeface="Corbel" panose="020B0503020204020204" pitchFamily="34" charset="0"/>
                  </a:rPr>
                  <a:t>of ‘</a:t>
                </a:r>
                <a:r>
                  <a:rPr lang="en-GB" b="0" dirty="0" err="1">
                    <a:solidFill>
                      <a:schemeClr val="tx1"/>
                    </a:solidFill>
                    <a:latin typeface="Corbel" panose="020B0503020204020204" pitchFamily="34" charset="0"/>
                  </a:rPr>
                  <a:t>reeference</a:t>
                </a:r>
                <a:r>
                  <a:rPr lang="en-GB" dirty="0">
                    <a:solidFill>
                      <a:schemeClr val="tx1"/>
                    </a:solidFill>
                    <a:latin typeface="Corbel" panose="020B0503020204020204" pitchFamily="34" charset="0"/>
                  </a:rPr>
                  <a:t>’</a:t>
                </a:r>
                <a:r>
                  <a:rPr lang="en-GB" b="0" dirty="0">
                    <a:solidFill>
                      <a:schemeClr val="tx1"/>
                    </a:solidFill>
                    <a:latin typeface="Corbel" panose="020B0503020204020204" pitchFamily="34" charset="0"/>
                  </a:rPr>
                  <a:t> points</a:t>
                </a:r>
              </a:p>
              <a:p>
                <a:endParaRPr lang="en-GB" b="0" dirty="0">
                  <a:solidFill>
                    <a:schemeClr val="tx1"/>
                  </a:solidFill>
                  <a:latin typeface="Corbel" panose="020B0503020204020204" pitchFamily="34" charset="0"/>
                </a:endParaRPr>
              </a:p>
              <a:p>
                <a14:m>
                  <m:oMath xmlns:m="http://schemas.openxmlformats.org/officeDocument/2006/math">
                    <m:sSup>
                      <m:sSupPr>
                        <m:ctrlPr>
                          <a:rPr lang="en-GB" i="1">
                            <a:solidFill>
                              <a:schemeClr val="tx1"/>
                            </a:solidFill>
                            <a:latin typeface="Cambria Math" panose="02040503050406030204" pitchFamily="18" charset="0"/>
                          </a:rPr>
                        </m:ctrlPr>
                      </m:sSupPr>
                      <m:e>
                        <m:r>
                          <a:rPr lang="el-GR" b="0" i="1">
                            <a:solidFill>
                              <a:schemeClr val="tx1"/>
                            </a:solidFill>
                            <a:latin typeface="Cambria Math" panose="02040503050406030204" pitchFamily="18" charset="0"/>
                            <a:ea typeface="Cambria Math" panose="02040503050406030204" pitchFamily="18" charset="0"/>
                          </a:rPr>
                          <m:t>𝛴</m:t>
                        </m:r>
                      </m:e>
                      <m:sup>
                        <m:r>
                          <a:rPr lang="en-GB" b="0" i="1">
                            <a:solidFill>
                              <a:schemeClr val="tx1"/>
                            </a:solidFill>
                            <a:latin typeface="Cambria Math" panose="02040503050406030204" pitchFamily="18" charset="0"/>
                          </a:rPr>
                          <m:t>−1</m:t>
                        </m:r>
                      </m:sup>
                    </m:sSup>
                  </m:oMath>
                </a14:m>
                <a:r>
                  <a:rPr lang="en-GB" b="0" dirty="0">
                    <a:solidFill>
                      <a:schemeClr val="tx1"/>
                    </a:solidFill>
                    <a:latin typeface="Corbel" panose="020B0503020204020204" pitchFamily="34" charset="0"/>
                  </a:rPr>
                  <a:t>– </a:t>
                </a:r>
                <a:r>
                  <a:rPr lang="en-GB" dirty="0">
                    <a:solidFill>
                      <a:schemeClr val="tx1"/>
                    </a:solidFill>
                    <a:latin typeface="Corbel" panose="020B0503020204020204" pitchFamily="34" charset="0"/>
                  </a:rPr>
                  <a:t>inverse covariance matrix of the ‘</a:t>
                </a:r>
                <a:r>
                  <a:rPr lang="en-GB" dirty="0" err="1">
                    <a:solidFill>
                      <a:schemeClr val="tx1"/>
                    </a:solidFill>
                    <a:latin typeface="Corbel" panose="020B0503020204020204" pitchFamily="34" charset="0"/>
                  </a:rPr>
                  <a:t>reeference</a:t>
                </a:r>
                <a:r>
                  <a:rPr lang="en-GB" dirty="0">
                    <a:solidFill>
                      <a:schemeClr val="tx1"/>
                    </a:solidFill>
                    <a:latin typeface="Corbel" panose="020B0503020204020204" pitchFamily="34" charset="0"/>
                  </a:rPr>
                  <a:t>’ points</a:t>
                </a:r>
              </a:p>
            </p:txBody>
          </p:sp>
        </mc:Choice>
        <mc:Fallback xmlns="">
          <p:sp>
            <p:nvSpPr>
              <p:cNvPr id="15" name="TextBox 14">
                <a:extLst>
                  <a:ext uri="{FF2B5EF4-FFF2-40B4-BE49-F238E27FC236}">
                    <a16:creationId xmlns:a16="http://schemas.microsoft.com/office/drawing/2014/main" id="{B16ED53E-9BAB-29BE-C1EF-CAD068E1CA3D}"/>
                  </a:ext>
                </a:extLst>
              </p:cNvPr>
              <p:cNvSpPr txBox="1">
                <a:spLocks noRot="1" noChangeAspect="1" noMove="1" noResize="1" noEditPoints="1" noAdjustHandles="1" noChangeArrowheads="1" noChangeShapeType="1" noTextEdit="1"/>
              </p:cNvSpPr>
              <p:nvPr/>
            </p:nvSpPr>
            <p:spPr>
              <a:xfrm>
                <a:off x="5602642" y="2427942"/>
                <a:ext cx="6504048" cy="1391215"/>
              </a:xfrm>
              <a:prstGeom prst="rect">
                <a:avLst/>
              </a:prstGeom>
              <a:blipFill>
                <a:blip r:embed="rId15"/>
                <a:stretch>
                  <a:fillRect l="-1365" t="-5455" b="-9091"/>
                </a:stretch>
              </a:blipFill>
            </p:spPr>
            <p:txBody>
              <a:bodyPr/>
              <a:lstStyle/>
              <a:p>
                <a:r>
                  <a:rPr lang="en-US">
                    <a:noFill/>
                  </a:rPr>
                  <a:t> </a:t>
                </a:r>
              </a:p>
            </p:txBody>
          </p:sp>
        </mc:Fallback>
      </mc:AlternateContent>
      <p:sp>
        <p:nvSpPr>
          <p:cNvPr id="45" name="Rectangle 44">
            <a:extLst>
              <a:ext uri="{FF2B5EF4-FFF2-40B4-BE49-F238E27FC236}">
                <a16:creationId xmlns:a16="http://schemas.microsoft.com/office/drawing/2014/main" id="{D9FBD2D0-05A0-B858-AE5B-8FA5FBD613F1}"/>
              </a:ext>
            </a:extLst>
          </p:cNvPr>
          <p:cNvSpPr/>
          <p:nvPr/>
        </p:nvSpPr>
        <p:spPr>
          <a:xfrm>
            <a:off x="1914728" y="1086450"/>
            <a:ext cx="6288363" cy="42868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3600" dirty="0">
                <a:solidFill>
                  <a:schemeClr val="tx1">
                    <a:lumMod val="75000"/>
                    <a:lumOff val="25000"/>
                  </a:schemeClr>
                </a:solidFill>
                <a:latin typeface="Corbel" panose="020B0503020204020204" pitchFamily="34" charset="0"/>
                <a:cs typeface="Courier New" panose="02070309020205020404" pitchFamily="49" charset="0"/>
              </a:rPr>
              <a:t>Ecological Niche Factor Analysis</a:t>
            </a:r>
            <a:endParaRPr lang="en-US" sz="3600" dirty="0">
              <a:solidFill>
                <a:schemeClr val="tx1">
                  <a:lumMod val="75000"/>
                  <a:lumOff val="25000"/>
                </a:schemeClr>
              </a:solidFill>
              <a:latin typeface="Corbel" panose="020B0503020204020204" pitchFamily="34" charset="0"/>
              <a:cs typeface="Courier New" panose="02070309020205020404" pitchFamily="49"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F772BE0-2581-3D96-AB0B-8C35F91A3C86}"/>
                  </a:ext>
                </a:extLst>
              </p:cNvPr>
              <p:cNvSpPr txBox="1"/>
              <p:nvPr/>
            </p:nvSpPr>
            <p:spPr>
              <a:xfrm>
                <a:off x="5743344" y="4229782"/>
                <a:ext cx="2698303" cy="4621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𝑝</m:t>
                      </m:r>
                      <m:r>
                        <a:rPr lang="en-GB" sz="2400" b="0" i="1" smtClean="0">
                          <a:latin typeface="Cambria Math" panose="02040503050406030204" pitchFamily="18" charset="0"/>
                        </a:rPr>
                        <m:t>=1−</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𝐹</m:t>
                          </m:r>
                        </m:e>
                        <m:sub>
                          <m:sSubSup>
                            <m:sSubSupPr>
                              <m:ctrlPr>
                                <a:rPr lang="en-GB" sz="2400" b="0" i="1" smtClean="0">
                                  <a:latin typeface="Cambria Math" panose="02040503050406030204" pitchFamily="18" charset="0"/>
                                </a:rPr>
                              </m:ctrlPr>
                            </m:sSubSupPr>
                            <m:e>
                              <m:r>
                                <a:rPr lang="en-GB" sz="2400" b="0" i="1" smtClean="0">
                                  <a:latin typeface="Cambria Math" panose="02040503050406030204" pitchFamily="18" charset="0"/>
                                  <a:ea typeface="Cambria Math" panose="02040503050406030204" pitchFamily="18" charset="0"/>
                                </a:rPr>
                                <m:t>𝜒</m:t>
                              </m:r>
                            </m:e>
                            <m:sub>
                              <m:r>
                                <a:rPr lang="en-GB" sz="2400" b="0" i="1" smtClean="0">
                                  <a:latin typeface="Cambria Math" panose="02040503050406030204" pitchFamily="18" charset="0"/>
                                </a:rPr>
                                <m:t>𝑘</m:t>
                              </m:r>
                            </m:sub>
                            <m:sup>
                              <m:r>
                                <a:rPr lang="en-GB" sz="2400" b="0" i="1" smtClean="0">
                                  <a:latin typeface="Cambria Math" panose="02040503050406030204" pitchFamily="18" charset="0"/>
                                </a:rPr>
                                <m:t>2</m:t>
                              </m:r>
                            </m:sup>
                          </m:sSubSup>
                        </m:sub>
                      </m:sSub>
                      <m:r>
                        <a:rPr lang="en-GB" sz="2400" b="0" i="1" smtClean="0">
                          <a:latin typeface="Cambria Math" panose="02040503050406030204" pitchFamily="18" charset="0"/>
                        </a:rPr>
                        <m:t>(</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𝐷</m:t>
                          </m:r>
                        </m:e>
                        <m:sup>
                          <m:r>
                            <a:rPr lang="en-GB" sz="2400" b="0" i="1" smtClean="0">
                              <a:latin typeface="Cambria Math" panose="02040503050406030204" pitchFamily="18" charset="0"/>
                            </a:rPr>
                            <m:t>2</m:t>
                          </m:r>
                        </m:sup>
                      </m:sSup>
                      <m:d>
                        <m:dPr>
                          <m:ctrlPr>
                            <a:rPr lang="en-GB" sz="2400" b="0" i="1" smtClean="0">
                              <a:latin typeface="Cambria Math" panose="02040503050406030204" pitchFamily="18" charset="0"/>
                            </a:rPr>
                          </m:ctrlPr>
                        </m:dPr>
                        <m:e>
                          <m:r>
                            <a:rPr lang="en-GB" sz="2400" b="1" i="1" smtClean="0">
                              <a:latin typeface="Cambria Math" panose="02040503050406030204" pitchFamily="18" charset="0"/>
                            </a:rPr>
                            <m:t>𝒙</m:t>
                          </m:r>
                        </m:e>
                      </m:d>
                      <m:r>
                        <a:rPr lang="en-GB" sz="2400" b="0" i="1" smtClean="0">
                          <a:latin typeface="Cambria Math" panose="02040503050406030204" pitchFamily="18" charset="0"/>
                        </a:rPr>
                        <m:t>)</m:t>
                      </m:r>
                    </m:oMath>
                  </m:oMathPara>
                </a14:m>
                <a:endParaRPr lang="en-US" sz="2400" dirty="0"/>
              </a:p>
            </p:txBody>
          </p:sp>
        </mc:Choice>
        <mc:Fallback xmlns="">
          <p:sp>
            <p:nvSpPr>
              <p:cNvPr id="3" name="TextBox 2">
                <a:extLst>
                  <a:ext uri="{FF2B5EF4-FFF2-40B4-BE49-F238E27FC236}">
                    <a16:creationId xmlns:a16="http://schemas.microsoft.com/office/drawing/2014/main" id="{3F772BE0-2581-3D96-AB0B-8C35F91A3C86}"/>
                  </a:ext>
                </a:extLst>
              </p:cNvPr>
              <p:cNvSpPr txBox="1">
                <a:spLocks noRot="1" noChangeAspect="1" noMove="1" noResize="1" noEditPoints="1" noAdjustHandles="1" noChangeArrowheads="1" noChangeShapeType="1" noTextEdit="1"/>
              </p:cNvSpPr>
              <p:nvPr/>
            </p:nvSpPr>
            <p:spPr>
              <a:xfrm>
                <a:off x="5743344" y="4229782"/>
                <a:ext cx="2698303" cy="462114"/>
              </a:xfrm>
              <a:prstGeom prst="rect">
                <a:avLst/>
              </a:prstGeom>
              <a:blipFill>
                <a:blip r:embed="rId16"/>
                <a:stretch>
                  <a:fillRect l="-2347" r="-3756" b="-16216"/>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3F4B00AB-20AA-3135-0643-4C23550CA776}"/>
              </a:ext>
            </a:extLst>
          </p:cNvPr>
          <p:cNvSpPr/>
          <p:nvPr/>
        </p:nvSpPr>
        <p:spPr>
          <a:xfrm>
            <a:off x="4861622" y="1657221"/>
            <a:ext cx="7191712" cy="230959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DD2174E-4B62-5AD7-58A7-7E712523914C}"/>
              </a:ext>
            </a:extLst>
          </p:cNvPr>
          <p:cNvSpPr/>
          <p:nvPr/>
        </p:nvSpPr>
        <p:spPr>
          <a:xfrm rot="16200000">
            <a:off x="3927023" y="2597671"/>
            <a:ext cx="2309592" cy="428689"/>
          </a:xfrm>
          <a:prstGeom prst="rect">
            <a:avLst/>
          </a:prstGeom>
          <a:noFill/>
          <a:ln w="63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dirty="0">
                <a:solidFill>
                  <a:schemeClr val="tx1">
                    <a:lumMod val="50000"/>
                    <a:lumOff val="50000"/>
                  </a:schemeClr>
                </a:solidFill>
                <a:latin typeface="Corbel" panose="020B0503020204020204" pitchFamily="34" charset="0"/>
                <a:cs typeface="Courier New" panose="02070309020205020404" pitchFamily="49" charset="0"/>
              </a:rPr>
              <a:t>DISTANCE</a:t>
            </a:r>
            <a:endParaRPr lang="en-US" sz="2000" dirty="0">
              <a:solidFill>
                <a:schemeClr val="tx1">
                  <a:lumMod val="50000"/>
                  <a:lumOff val="50000"/>
                </a:schemeClr>
              </a:solidFill>
              <a:latin typeface="Corbel" panose="020B0503020204020204" pitchFamily="34" charset="0"/>
              <a:cs typeface="Courier New" panose="02070309020205020404" pitchFamily="49" charset="0"/>
            </a:endParaRPr>
          </a:p>
        </p:txBody>
      </p:sp>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FAFC941B-6E74-F688-DA74-4981A9233272}"/>
                  </a:ext>
                </a:extLst>
              </p:cNvPr>
              <p:cNvSpPr/>
              <p:nvPr/>
            </p:nvSpPr>
            <p:spPr>
              <a:xfrm rot="16200000">
                <a:off x="3838792" y="5140988"/>
                <a:ext cx="2491776" cy="428689"/>
              </a:xfrm>
              <a:prstGeom prst="rect">
                <a:avLst/>
              </a:prstGeom>
              <a:noFill/>
              <a:ln w="63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GB" sz="2000" b="0" i="1" smtClean="0">
                        <a:solidFill>
                          <a:schemeClr val="tx1">
                            <a:lumMod val="50000"/>
                            <a:lumOff val="50000"/>
                          </a:schemeClr>
                        </a:solidFill>
                        <a:latin typeface="Cambria Math" panose="02040503050406030204" pitchFamily="18" charset="0"/>
                        <a:cs typeface="Courier New" panose="02070309020205020404" pitchFamily="49" charset="0"/>
                      </a:rPr>
                      <m:t>𝑃</m:t>
                    </m:r>
                  </m:oMath>
                </a14:m>
                <a:r>
                  <a:rPr lang="en-GB" sz="2000" dirty="0">
                    <a:solidFill>
                      <a:schemeClr val="tx1">
                        <a:lumMod val="50000"/>
                        <a:lumOff val="50000"/>
                      </a:schemeClr>
                    </a:solidFill>
                    <a:latin typeface="Corbel" panose="020B0503020204020204" pitchFamily="34" charset="0"/>
                    <a:cs typeface="Courier New" panose="02070309020205020404" pitchFamily="49" charset="0"/>
                  </a:rPr>
                  <a:t>-VALUE</a:t>
                </a:r>
                <a:endParaRPr lang="en-US" sz="2000" dirty="0">
                  <a:solidFill>
                    <a:schemeClr val="tx1">
                      <a:lumMod val="50000"/>
                      <a:lumOff val="50000"/>
                    </a:schemeClr>
                  </a:solidFill>
                  <a:latin typeface="Corbel" panose="020B0503020204020204" pitchFamily="34" charset="0"/>
                  <a:cs typeface="Courier New" panose="02070309020205020404" pitchFamily="49" charset="0"/>
                </a:endParaRPr>
              </a:p>
            </p:txBody>
          </p:sp>
        </mc:Choice>
        <mc:Fallback xmlns="">
          <p:sp>
            <p:nvSpPr>
              <p:cNvPr id="20" name="Rectangle 19">
                <a:extLst>
                  <a:ext uri="{FF2B5EF4-FFF2-40B4-BE49-F238E27FC236}">
                    <a16:creationId xmlns:a16="http://schemas.microsoft.com/office/drawing/2014/main" id="{FAFC941B-6E74-F688-DA74-4981A9233272}"/>
                  </a:ext>
                </a:extLst>
              </p:cNvPr>
              <p:cNvSpPr>
                <a:spLocks noRot="1" noChangeAspect="1" noMove="1" noResize="1" noEditPoints="1" noAdjustHandles="1" noChangeArrowheads="1" noChangeShapeType="1" noTextEdit="1"/>
              </p:cNvSpPr>
              <p:nvPr/>
            </p:nvSpPr>
            <p:spPr>
              <a:xfrm rot="16200000">
                <a:off x="3838792" y="5140988"/>
                <a:ext cx="2491776" cy="428689"/>
              </a:xfrm>
              <a:prstGeom prst="rect">
                <a:avLst/>
              </a:prstGeom>
              <a:blipFill>
                <a:blip r:embed="rId18"/>
                <a:stretch>
                  <a:fillRect l="-2857" r="-20000"/>
                </a:stretch>
              </a:blipFill>
              <a:ln w="6350">
                <a:solidFill>
                  <a:schemeClr val="tx1">
                    <a:lumMod val="50000"/>
                    <a:lumOff val="50000"/>
                  </a:schemeClr>
                </a:solidFill>
              </a:ln>
            </p:spPr>
            <p:txBody>
              <a:bodyPr/>
              <a:lstStyle/>
              <a:p>
                <a:r>
                  <a:rPr lang="en-US">
                    <a:noFill/>
                  </a:rPr>
                  <a:t> </a:t>
                </a:r>
              </a:p>
            </p:txBody>
          </p:sp>
        </mc:Fallback>
      </mc:AlternateContent>
      <p:sp>
        <p:nvSpPr>
          <p:cNvPr id="23" name="Rectangle 22">
            <a:extLst>
              <a:ext uri="{FF2B5EF4-FFF2-40B4-BE49-F238E27FC236}">
                <a16:creationId xmlns:a16="http://schemas.microsoft.com/office/drawing/2014/main" id="{36F4F471-0584-0516-1F49-E928C49E44D3}"/>
              </a:ext>
            </a:extLst>
          </p:cNvPr>
          <p:cNvSpPr/>
          <p:nvPr/>
        </p:nvSpPr>
        <p:spPr>
          <a:xfrm>
            <a:off x="4779525" y="1571503"/>
            <a:ext cx="7982379" cy="2470177"/>
          </a:xfrm>
          <a:prstGeom prst="rect">
            <a:avLst/>
          </a:prstGeom>
          <a:solidFill>
            <a:schemeClr val="bg1">
              <a:alpha val="7521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6" descr="University of Cambridge Logo PNG Transparent &amp; SVG Vector - Freebie Supply">
            <a:extLst>
              <a:ext uri="{FF2B5EF4-FFF2-40B4-BE49-F238E27FC236}">
                <a16:creationId xmlns:a16="http://schemas.microsoft.com/office/drawing/2014/main" id="{EA596441-9A28-73C8-3EE6-B466E5B66D78}"/>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1563928" y="6149159"/>
            <a:ext cx="506380" cy="63610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79C90FF-B0C1-1CBD-098E-AB97DA50D732}"/>
              </a:ext>
            </a:extLst>
          </p:cNvPr>
          <p:cNvSpPr txBox="1"/>
          <p:nvPr/>
        </p:nvSpPr>
        <p:spPr>
          <a:xfrm>
            <a:off x="8006195" y="6097879"/>
            <a:ext cx="3474026" cy="738664"/>
          </a:xfrm>
          <a:prstGeom prst="rect">
            <a:avLst/>
          </a:prstGeom>
          <a:noFill/>
        </p:spPr>
        <p:txBody>
          <a:bodyPr wrap="square" rtlCol="0">
            <a:spAutoFit/>
          </a:bodyPr>
          <a:lstStyle/>
          <a:p>
            <a:pPr algn="r"/>
            <a:r>
              <a:rPr lang="en-US" sz="1400" b="1" dirty="0">
                <a:latin typeface="Corbel" panose="020B0503020204020204" pitchFamily="34" charset="0"/>
                <a:ea typeface="Verdana" panose="020B0604030504040204" pitchFamily="34" charset="0"/>
                <a:cs typeface="Beirut" pitchFamily="2" charset="-78"/>
              </a:rPr>
              <a:t>Orlando Timmerman</a:t>
            </a:r>
          </a:p>
          <a:p>
            <a:pPr algn="r"/>
            <a:r>
              <a:rPr lang="en-US" sz="1400" b="1" dirty="0">
                <a:latin typeface="Corbel" panose="020B0503020204020204" pitchFamily="34" charset="0"/>
                <a:ea typeface="Verdana" panose="020B0604030504040204" pitchFamily="34" charset="0"/>
                <a:cs typeface="Beirut" pitchFamily="2" charset="-78"/>
              </a:rPr>
              <a:t>Department of Earth Sciences</a:t>
            </a:r>
          </a:p>
          <a:p>
            <a:pPr algn="r"/>
            <a:r>
              <a:rPr lang="en-US" sz="1400" b="1" dirty="0" err="1">
                <a:latin typeface="Corbel" panose="020B0503020204020204" pitchFamily="34" charset="0"/>
                <a:ea typeface="Verdana" panose="020B0604030504040204" pitchFamily="34" charset="0"/>
                <a:cs typeface="Beirut" pitchFamily="2" charset="-78"/>
              </a:rPr>
              <a:t>Calcifiers</a:t>
            </a:r>
            <a:r>
              <a:rPr lang="en-US" sz="1400" b="1" dirty="0">
                <a:latin typeface="Corbel" panose="020B0503020204020204" pitchFamily="34" charset="0"/>
                <a:ea typeface="Verdana" panose="020B0604030504040204" pitchFamily="34" charset="0"/>
                <a:cs typeface="Beirut" pitchFamily="2" charset="-78"/>
              </a:rPr>
              <a:t> Group Meeting | 30.10.25</a:t>
            </a:r>
          </a:p>
        </p:txBody>
      </p:sp>
      <p:pic>
        <p:nvPicPr>
          <p:cNvPr id="24" name="Picture 23" descr="Scuba divers under water&#10;&#10;AI-generated content may be incorrect.">
            <a:extLst>
              <a:ext uri="{FF2B5EF4-FFF2-40B4-BE49-F238E27FC236}">
                <a16:creationId xmlns:a16="http://schemas.microsoft.com/office/drawing/2014/main" id="{DE5BA573-9FDA-FB41-B605-EFF9CFA71703}"/>
              </a:ext>
            </a:extLst>
          </p:cNvPr>
          <p:cNvPicPr/>
          <p:nvPr/>
        </p:nvPicPr>
        <p:blipFill>
          <a:blip r:embed="rId6" cstate="screen">
            <a:extLst>
              <a:ext uri="{BEBA8EAE-BF5A-486C-A8C5-ECC9F3942E4B}">
                <a14:imgProps xmlns:a14="http://schemas.microsoft.com/office/drawing/2010/main">
                  <a14:imgLayer r:embed="rId7">
                    <a14:imgEffect>
                      <a14:brightnessContrast bright="-60000"/>
                    </a14:imgEffect>
                  </a14:imgLayer>
                </a14:imgProps>
              </a:ext>
              <a:ext uri="{28A0092B-C50C-407E-A947-70E740481C1C}">
                <a14:useLocalDpi xmlns:a14="http://schemas.microsoft.com/office/drawing/2010/main"/>
              </a:ext>
            </a:extLst>
          </a:blip>
          <a:srcRect/>
          <a:stretch/>
        </p:blipFill>
        <p:spPr>
          <a:xfrm>
            <a:off x="-15" y="0"/>
            <a:ext cx="12192011" cy="671089"/>
          </a:xfrm>
          <a:prstGeom prst="rect">
            <a:avLst/>
          </a:prstGeom>
        </p:spPr>
      </p:pic>
      <p:cxnSp>
        <p:nvCxnSpPr>
          <p:cNvPr id="25" name="Straight Connector 24">
            <a:extLst>
              <a:ext uri="{FF2B5EF4-FFF2-40B4-BE49-F238E27FC236}">
                <a16:creationId xmlns:a16="http://schemas.microsoft.com/office/drawing/2014/main" id="{BCEFFB62-C95D-CE11-228E-3BC740BF36D2}"/>
              </a:ext>
            </a:extLst>
          </p:cNvPr>
          <p:cNvCxnSpPr/>
          <p:nvPr/>
        </p:nvCxnSpPr>
        <p:spPr>
          <a:xfrm>
            <a:off x="-3" y="657106"/>
            <a:ext cx="12192003" cy="0"/>
          </a:xfrm>
          <a:prstGeom prst="line">
            <a:avLst/>
          </a:prstGeom>
          <a:ln w="53975">
            <a:gradFill>
              <a:gsLst>
                <a:gs pos="50000">
                  <a:srgbClr val="EE3C34"/>
                </a:gs>
                <a:gs pos="100000">
                  <a:srgbClr val="EE3C34"/>
                </a:gs>
                <a:gs pos="0">
                  <a:srgbClr val="EE3C34">
                    <a:alpha val="0"/>
                  </a:srgbClr>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D2C461C6-9792-31D4-D630-09C652477022}"/>
              </a:ext>
            </a:extLst>
          </p:cNvPr>
          <p:cNvSpPr txBox="1">
            <a:spLocks/>
          </p:cNvSpPr>
          <p:nvPr/>
        </p:nvSpPr>
        <p:spPr>
          <a:xfrm>
            <a:off x="228600" y="50716"/>
            <a:ext cx="2725615" cy="523220"/>
          </a:xfrm>
          <a:prstGeom prst="rect">
            <a:avLst/>
          </a:prstGeom>
          <a:noFill/>
        </p:spPr>
        <p:txBody>
          <a:bodyPr wrap="square" rtlCol="0">
            <a:spAutoFit/>
          </a:bodyPr>
          <a:lstStyle/>
          <a:p>
            <a:r>
              <a:rPr lang="en-US" sz="2800" b="1" dirty="0">
                <a:solidFill>
                  <a:srgbClr val="E7EBEE"/>
                </a:solidFill>
                <a:latin typeface="Corbel" panose="020B0503020204020204" pitchFamily="34" charset="0"/>
                <a:ea typeface="Verdana" panose="020B0604030504040204" pitchFamily="34" charset="0"/>
                <a:cs typeface="Beirut" pitchFamily="2" charset="-78"/>
              </a:rPr>
              <a:t>1. </a:t>
            </a:r>
            <a:r>
              <a:rPr lang="en-US" sz="2800" b="1" dirty="0">
                <a:solidFill>
                  <a:schemeClr val="bg1"/>
                </a:solidFill>
                <a:latin typeface="Corbel" panose="020B0503020204020204" pitchFamily="34" charset="0"/>
                <a:ea typeface="Verdana" panose="020B0604030504040204" pitchFamily="34" charset="0"/>
                <a:cs typeface="Beirut" pitchFamily="2" charset="-78"/>
              </a:rPr>
              <a:t>Overview</a:t>
            </a:r>
          </a:p>
        </p:txBody>
      </p:sp>
      <p:sp>
        <p:nvSpPr>
          <p:cNvPr id="30" name="TextBox 29">
            <a:extLst>
              <a:ext uri="{FF2B5EF4-FFF2-40B4-BE49-F238E27FC236}">
                <a16:creationId xmlns:a16="http://schemas.microsoft.com/office/drawing/2014/main" id="{519C7C22-8CA6-AF09-FDA9-17297C1B6F0A}"/>
              </a:ext>
            </a:extLst>
          </p:cNvPr>
          <p:cNvSpPr txBox="1">
            <a:spLocks/>
          </p:cNvSpPr>
          <p:nvPr/>
        </p:nvSpPr>
        <p:spPr>
          <a:xfrm>
            <a:off x="3231381" y="50716"/>
            <a:ext cx="2233795"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2. Economics </a:t>
            </a:r>
            <a:endParaRPr lang="en-US" sz="2800" b="1" dirty="0">
              <a:solidFill>
                <a:srgbClr val="FFC000"/>
              </a:solidFill>
              <a:latin typeface="Corbel" panose="020B0503020204020204" pitchFamily="34" charset="0"/>
              <a:ea typeface="Verdana" panose="020B0604030504040204" pitchFamily="34" charset="0"/>
              <a:cs typeface="Beirut" pitchFamily="2" charset="-78"/>
            </a:endParaRPr>
          </a:p>
        </p:txBody>
      </p:sp>
      <p:sp>
        <p:nvSpPr>
          <p:cNvPr id="31" name="TextBox 30">
            <a:extLst>
              <a:ext uri="{FF2B5EF4-FFF2-40B4-BE49-F238E27FC236}">
                <a16:creationId xmlns:a16="http://schemas.microsoft.com/office/drawing/2014/main" id="{3FE96D32-E3EE-5177-B083-55BD259A5D55}"/>
              </a:ext>
            </a:extLst>
          </p:cNvPr>
          <p:cNvSpPr txBox="1">
            <a:spLocks/>
          </p:cNvSpPr>
          <p:nvPr/>
        </p:nvSpPr>
        <p:spPr>
          <a:xfrm>
            <a:off x="6349628" y="50716"/>
            <a:ext cx="3297580"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3. Tourism</a:t>
            </a:r>
          </a:p>
        </p:txBody>
      </p:sp>
      <p:sp>
        <p:nvSpPr>
          <p:cNvPr id="35" name="TextBox 34">
            <a:extLst>
              <a:ext uri="{FF2B5EF4-FFF2-40B4-BE49-F238E27FC236}">
                <a16:creationId xmlns:a16="http://schemas.microsoft.com/office/drawing/2014/main" id="{6565C2F8-6826-C23B-6405-62CA31327973}"/>
              </a:ext>
            </a:extLst>
          </p:cNvPr>
          <p:cNvSpPr txBox="1">
            <a:spLocks/>
          </p:cNvSpPr>
          <p:nvPr/>
        </p:nvSpPr>
        <p:spPr>
          <a:xfrm>
            <a:off x="9195583" y="50716"/>
            <a:ext cx="2725614"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4. </a:t>
            </a:r>
            <a:r>
              <a:rPr lang="en-US" sz="2800" b="1" dirty="0">
                <a:solidFill>
                  <a:srgbClr val="FFC000"/>
                </a:solidFill>
                <a:latin typeface="Corbel" panose="020B0503020204020204" pitchFamily="34" charset="0"/>
                <a:ea typeface="Verdana" panose="020B0604030504040204" pitchFamily="34" charset="0"/>
                <a:cs typeface="Beirut" pitchFamily="2" charset="-78"/>
              </a:rPr>
              <a:t>Proposal</a:t>
            </a:r>
          </a:p>
        </p:txBody>
      </p:sp>
      <p:pic>
        <p:nvPicPr>
          <p:cNvPr id="37" name="Picture 36">
            <a:extLst>
              <a:ext uri="{FF2B5EF4-FFF2-40B4-BE49-F238E27FC236}">
                <a16:creationId xmlns:a16="http://schemas.microsoft.com/office/drawing/2014/main" id="{7A0678C5-3D23-E1FD-9062-A3647B0CB75E}"/>
              </a:ext>
            </a:extLst>
          </p:cNvPr>
          <p:cNvPicPr>
            <a:picLocks noChangeAspect="1"/>
          </p:cNvPicPr>
          <p:nvPr/>
        </p:nvPicPr>
        <p:blipFill>
          <a:blip r:embed="rId20"/>
          <a:srcRect/>
          <a:stretch/>
        </p:blipFill>
        <p:spPr>
          <a:xfrm>
            <a:off x="1006964" y="6090158"/>
            <a:ext cx="577686" cy="577686"/>
          </a:xfrm>
          <a:prstGeom prst="rect">
            <a:avLst/>
          </a:prstGeom>
        </p:spPr>
      </p:pic>
    </p:spTree>
    <p:extLst>
      <p:ext uri="{BB962C8B-B14F-4D97-AF65-F5344CB8AC3E}">
        <p14:creationId xmlns:p14="http://schemas.microsoft.com/office/powerpoint/2010/main" val="43668865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childTnLst>
                                    <p:animClr clrSpc="rgb" dir="cw">
                                      <p:cBhvr override="childStyle">
                                        <p:cTn id="6" dur="1000" fill="hold"/>
                                        <p:tgtEl>
                                          <p:spTgt spid="15">
                                            <p:txEl>
                                              <p:pRg st="0" end="0"/>
                                            </p:txEl>
                                          </p:spTgt>
                                        </p:tgtEl>
                                        <p:attrNameLst>
                                          <p:attrName>style.color</p:attrName>
                                        </p:attrNameLst>
                                      </p:cBhvr>
                                      <p:to>
                                        <a:schemeClr val="tx1"/>
                                      </p:to>
                                    </p:animClr>
                                  </p:childTnLst>
                                </p:cTn>
                              </p:par>
                            </p:childTnLst>
                          </p:cTn>
                        </p:par>
                      </p:childTnLst>
                    </p:cTn>
                  </p:par>
                  <p:par>
                    <p:cTn id="7" fill="hold">
                      <p:stCondLst>
                        <p:cond delay="indefinite"/>
                      </p:stCondLst>
                      <p:childTnLst>
                        <p:par>
                          <p:cTn id="8" fill="hold">
                            <p:stCondLst>
                              <p:cond delay="0"/>
                            </p:stCondLst>
                            <p:childTnLst>
                              <p:par>
                                <p:cTn id="9" presetID="3" presetClass="emph" presetSubtype="2" fill="hold" grpId="0" nodeType="clickEffect">
                                  <p:stCondLst>
                                    <p:cond delay="0"/>
                                  </p:stCondLst>
                                  <p:childTnLst>
                                    <p:animClr clrSpc="rgb" dir="cw">
                                      <p:cBhvr override="childStyle">
                                        <p:cTn id="10" dur="1000" fill="hold"/>
                                        <p:tgtEl>
                                          <p:spTgt spid="15">
                                            <p:txEl>
                                              <p:pRg st="2" end="2"/>
                                            </p:txEl>
                                          </p:spTgt>
                                        </p:tgtEl>
                                        <p:attrNameLst>
                                          <p:attrName>style.color</p:attrName>
                                        </p:attrNameLst>
                                      </p:cBhvr>
                                      <p:to>
                                        <a:schemeClr val="tx1"/>
                                      </p:to>
                                    </p:animClr>
                                  </p:childTnLst>
                                </p:cTn>
                              </p:par>
                            </p:childTnLst>
                          </p:cTn>
                        </p:par>
                      </p:childTnLst>
                    </p:cTn>
                  </p:par>
                  <p:par>
                    <p:cTn id="11" fill="hold">
                      <p:stCondLst>
                        <p:cond delay="indefinite"/>
                      </p:stCondLst>
                      <p:childTnLst>
                        <p:par>
                          <p:cTn id="12" fill="hold">
                            <p:stCondLst>
                              <p:cond delay="0"/>
                            </p:stCondLst>
                            <p:childTnLst>
                              <p:par>
                                <p:cTn id="13" presetID="3" presetClass="emph" presetSubtype="2" fill="hold" grpId="0" nodeType="clickEffect">
                                  <p:stCondLst>
                                    <p:cond delay="0"/>
                                  </p:stCondLst>
                                  <p:childTnLst>
                                    <p:animClr clrSpc="rgb" dir="cw">
                                      <p:cBhvr override="childStyle">
                                        <p:cTn id="14" dur="1000" fill="hold"/>
                                        <p:tgtEl>
                                          <p:spTgt spid="15">
                                            <p:txEl>
                                              <p:pRg st="4" end="4"/>
                                            </p:txEl>
                                          </p:spTgt>
                                        </p:tgtEl>
                                        <p:attrNameLst>
                                          <p:attrName>style.color</p:attrName>
                                        </p:attrNameLst>
                                      </p:cBhvr>
                                      <p:to>
                                        <a:schemeClr val="tx1"/>
                                      </p:to>
                                    </p:animClr>
                                  </p:childTnLst>
                                </p:cTn>
                              </p:par>
                            </p:childTnLst>
                          </p:cTn>
                        </p:par>
                      </p:childTnLst>
                    </p:cTn>
                  </p:par>
                  <p:par>
                    <p:cTn id="15" fill="hold">
                      <p:stCondLst>
                        <p:cond delay="indefinite"/>
                      </p:stCondLst>
                      <p:childTnLst>
                        <p:par>
                          <p:cTn id="16" fill="hold">
                            <p:stCondLst>
                              <p:cond delay="0"/>
                            </p:stCondLst>
                            <p:childTnLst>
                              <p:par>
                                <p:cTn id="17" presetID="3" presetClass="emph" presetSubtype="2" fill="hold" grpId="0" nodeType="clickEffect">
                                  <p:stCondLst>
                                    <p:cond delay="0"/>
                                  </p:stCondLst>
                                  <p:childTnLst>
                                    <p:animClr clrSpc="rgb" dir="cw">
                                      <p:cBhvr override="childStyle">
                                        <p:cTn id="18" dur="1000" fill="hold"/>
                                        <p:tgtEl>
                                          <p:spTgt spid="4">
                                            <p:txEl>
                                              <p:pRg st="0" end="0"/>
                                            </p:txEl>
                                          </p:spTgt>
                                        </p:tgtEl>
                                        <p:attrNameLst>
                                          <p:attrName>style.color</p:attrName>
                                        </p:attrNameLst>
                                      </p:cBhvr>
                                      <p:to>
                                        <a:schemeClr val="tx1"/>
                                      </p:to>
                                    </p:animClr>
                                  </p:childTnLst>
                                </p:cTn>
                              </p:par>
                            </p:childTnLst>
                          </p:cTn>
                        </p:par>
                      </p:childTnLst>
                    </p:cTn>
                  </p:par>
                  <p:par>
                    <p:cTn id="19" fill="hold">
                      <p:stCondLst>
                        <p:cond delay="indefinite"/>
                      </p:stCondLst>
                      <p:childTnLst>
                        <p:par>
                          <p:cTn id="20" fill="hold">
                            <p:stCondLst>
                              <p:cond delay="0"/>
                            </p:stCondLst>
                            <p:childTnLst>
                              <p:par>
                                <p:cTn id="21" presetID="3" presetClass="emph" presetSubtype="2" fill="hold" grpId="0" nodeType="clickEffect">
                                  <p:stCondLst>
                                    <p:cond delay="0"/>
                                  </p:stCondLst>
                                  <p:childTnLst>
                                    <p:animClr clrSpc="rgb" dir="cw">
                                      <p:cBhvr override="childStyle">
                                        <p:cTn id="22" dur="1000" fill="hold"/>
                                        <p:tgtEl>
                                          <p:spTgt spid="4">
                                            <p:txEl>
                                              <p:pRg st="2" end="2"/>
                                            </p:txEl>
                                          </p:spTgt>
                                        </p:tgtEl>
                                        <p:attrNameLst>
                                          <p:attrName>style.color</p:attrName>
                                        </p:attrNameLst>
                                      </p:cBhvr>
                                      <p:to>
                                        <a:schemeClr val="tx1"/>
                                      </p:to>
                                    </p:animClr>
                                  </p:childTnLst>
                                </p:cTn>
                              </p:par>
                            </p:childTnLst>
                          </p:cTn>
                        </p:par>
                      </p:childTnLst>
                    </p:cTn>
                  </p:par>
                  <p:par>
                    <p:cTn id="23" fill="hold">
                      <p:stCondLst>
                        <p:cond delay="indefinite"/>
                      </p:stCondLst>
                      <p:childTnLst>
                        <p:par>
                          <p:cTn id="24" fill="hold">
                            <p:stCondLst>
                              <p:cond delay="0"/>
                            </p:stCondLst>
                            <p:childTnLst>
                              <p:par>
                                <p:cTn id="25" presetID="3" presetClass="emph" presetSubtype="2" fill="hold" grpId="0" nodeType="clickEffect">
                                  <p:stCondLst>
                                    <p:cond delay="0"/>
                                  </p:stCondLst>
                                  <p:childTnLst>
                                    <p:animClr clrSpc="rgb" dir="cw">
                                      <p:cBhvr override="childStyle">
                                        <p:cTn id="26" dur="1000" fill="hold"/>
                                        <p:tgtEl>
                                          <p:spTgt spid="4">
                                            <p:txEl>
                                              <p:pRg st="3" end="3"/>
                                            </p:txEl>
                                          </p:spTgt>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15"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BF908-1CFD-E53C-97CB-BE1D0F2DCCC7}"/>
            </a:ext>
          </a:extLst>
        </p:cNvPr>
        <p:cNvGrpSpPr/>
        <p:nvPr/>
      </p:nvGrpSpPr>
      <p:grpSpPr>
        <a:xfrm>
          <a:off x="0" y="0"/>
          <a:ext cx="0" cy="0"/>
          <a:chOff x="0" y="0"/>
          <a:chExt cx="0" cy="0"/>
        </a:xfrm>
      </p:grpSpPr>
      <p:pic>
        <p:nvPicPr>
          <p:cNvPr id="8" name="Picture 7" descr="Scuba divers under water&#10;&#10;AI-generated content may be incorrect.">
            <a:extLst>
              <a:ext uri="{FF2B5EF4-FFF2-40B4-BE49-F238E27FC236}">
                <a16:creationId xmlns:a16="http://schemas.microsoft.com/office/drawing/2014/main" id="{62FFF075-EAC4-DBA5-6330-8ADA2C884141}"/>
              </a:ext>
            </a:extLst>
          </p:cNvPr>
          <p:cNvPicPr>
            <a:picLocks noGrp="1" noRot="1" noChangeAspect="1" noMove="1" noResize="1" noEditPoints="1" noAdjustHandles="1" noChangeArrowheads="1" noChangeShapeType="1" noCrop="1"/>
          </p:cNvPicPr>
          <p:nvPr/>
        </p:nvPicPr>
        <p:blipFill>
          <a:blip r:embed="rId3" cstate="screen">
            <a:extLst>
              <a:ext uri="{BEBA8EAE-BF5A-486C-A8C5-ECC9F3942E4B}">
                <a14:imgProps xmlns:a14="http://schemas.microsoft.com/office/drawing/2010/main">
                  <a14:imgLayer r:embed="rId4">
                    <a14:imgEffect>
                      <a14:brightnessContrast bright="-60000"/>
                    </a14:imgEffect>
                  </a14:imgLayer>
                </a14:imgProps>
              </a:ext>
              <a:ext uri="{28A0092B-C50C-407E-A947-70E740481C1C}">
                <a14:useLocalDpi xmlns:a14="http://schemas.microsoft.com/office/drawing/2010/main"/>
              </a:ext>
            </a:extLst>
          </a:blip>
          <a:srcRect/>
          <a:stretch/>
        </p:blipFill>
        <p:spPr>
          <a:xfrm>
            <a:off x="1" y="-3750"/>
            <a:ext cx="1591982" cy="6858000"/>
          </a:xfrm>
          <a:prstGeom prst="rect">
            <a:avLst/>
          </a:prstGeom>
        </p:spPr>
      </p:pic>
      <p:sp>
        <p:nvSpPr>
          <p:cNvPr id="21" name="Right Triangle 20">
            <a:extLst>
              <a:ext uri="{FF2B5EF4-FFF2-40B4-BE49-F238E27FC236}">
                <a16:creationId xmlns:a16="http://schemas.microsoft.com/office/drawing/2014/main" id="{E99DAE5A-C558-AC60-29A2-1AE14D0835BA}"/>
              </a:ext>
            </a:extLst>
          </p:cNvPr>
          <p:cNvSpPr>
            <a:spLocks noGrp="1" noRot="1" noMove="1" noResize="1" noEditPoints="1" noAdjustHandles="1" noChangeArrowheads="1" noChangeShapeType="1"/>
          </p:cNvSpPr>
          <p:nvPr/>
        </p:nvSpPr>
        <p:spPr>
          <a:xfrm flipH="1">
            <a:off x="0" y="5309760"/>
            <a:ext cx="1591982" cy="1548239"/>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D8618446-C53B-E72A-11F4-39937FB0EFA3}"/>
              </a:ext>
            </a:extLst>
          </p:cNvPr>
          <p:cNvSpPr txBox="1"/>
          <p:nvPr/>
        </p:nvSpPr>
        <p:spPr>
          <a:xfrm>
            <a:off x="8006195" y="6097879"/>
            <a:ext cx="3474026" cy="738664"/>
          </a:xfrm>
          <a:prstGeom prst="rect">
            <a:avLst/>
          </a:prstGeom>
          <a:noFill/>
        </p:spPr>
        <p:txBody>
          <a:bodyPr wrap="square" rtlCol="0">
            <a:spAutoFit/>
          </a:bodyPr>
          <a:lstStyle/>
          <a:p>
            <a:pPr algn="r"/>
            <a:r>
              <a:rPr lang="en-US" sz="1400" b="1" dirty="0">
                <a:latin typeface="Corbel" panose="020B0503020204020204" pitchFamily="34" charset="0"/>
                <a:ea typeface="Verdana" panose="020B0604030504040204" pitchFamily="34" charset="0"/>
                <a:cs typeface="Beirut" pitchFamily="2" charset="-78"/>
              </a:rPr>
              <a:t>Orlando Timmerman</a:t>
            </a:r>
          </a:p>
          <a:p>
            <a:pPr algn="r"/>
            <a:r>
              <a:rPr lang="en-US" sz="1400" b="1" dirty="0">
                <a:latin typeface="Corbel" panose="020B0503020204020204" pitchFamily="34" charset="0"/>
                <a:ea typeface="Verdana" panose="020B0604030504040204" pitchFamily="34" charset="0"/>
                <a:cs typeface="Beirut" pitchFamily="2" charset="-78"/>
              </a:rPr>
              <a:t>Department of Earth Sciences</a:t>
            </a:r>
          </a:p>
          <a:p>
            <a:pPr algn="r"/>
            <a:r>
              <a:rPr lang="en-US" sz="1400" b="1" dirty="0" err="1">
                <a:latin typeface="Corbel" panose="020B0503020204020204" pitchFamily="34" charset="0"/>
                <a:ea typeface="Verdana" panose="020B0604030504040204" pitchFamily="34" charset="0"/>
                <a:cs typeface="Beirut" pitchFamily="2" charset="-78"/>
              </a:rPr>
              <a:t>Calcifiers</a:t>
            </a:r>
            <a:r>
              <a:rPr lang="en-US" sz="1400" b="1" dirty="0">
                <a:latin typeface="Corbel" panose="020B0503020204020204" pitchFamily="34" charset="0"/>
                <a:ea typeface="Verdana" panose="020B0604030504040204" pitchFamily="34" charset="0"/>
                <a:cs typeface="Beirut" pitchFamily="2" charset="-78"/>
              </a:rPr>
              <a:t> Group Meeting | 30.10.25</a:t>
            </a:r>
          </a:p>
        </p:txBody>
      </p:sp>
      <p:pic>
        <p:nvPicPr>
          <p:cNvPr id="25" name="Picture 24">
            <a:extLst>
              <a:ext uri="{FF2B5EF4-FFF2-40B4-BE49-F238E27FC236}">
                <a16:creationId xmlns:a16="http://schemas.microsoft.com/office/drawing/2014/main" id="{D8E36FB7-F376-C648-C14B-B4C7B0084073}"/>
              </a:ext>
            </a:extLst>
          </p:cNvPr>
          <p:cNvPicPr>
            <a:picLocks noChangeAspect="1"/>
          </p:cNvPicPr>
          <p:nvPr/>
        </p:nvPicPr>
        <p:blipFill>
          <a:blip r:embed="rId5"/>
          <a:stretch>
            <a:fillRect/>
          </a:stretch>
        </p:blipFill>
        <p:spPr>
          <a:xfrm>
            <a:off x="2672860" y="783254"/>
            <a:ext cx="9155661" cy="2703780"/>
          </a:xfrm>
          <a:prstGeom prst="rect">
            <a:avLst/>
          </a:prstGeom>
        </p:spPr>
      </p:pic>
      <p:pic>
        <p:nvPicPr>
          <p:cNvPr id="26" name="Picture 25">
            <a:extLst>
              <a:ext uri="{FF2B5EF4-FFF2-40B4-BE49-F238E27FC236}">
                <a16:creationId xmlns:a16="http://schemas.microsoft.com/office/drawing/2014/main" id="{CAA7961C-B352-E100-2B2A-2B1DC7E00EB9}"/>
              </a:ext>
            </a:extLst>
          </p:cNvPr>
          <p:cNvPicPr>
            <a:picLocks noChangeAspect="1"/>
          </p:cNvPicPr>
          <p:nvPr/>
        </p:nvPicPr>
        <p:blipFill>
          <a:blip r:embed="rId6"/>
          <a:srcRect t="8904"/>
          <a:stretch/>
        </p:blipFill>
        <p:spPr>
          <a:xfrm>
            <a:off x="2190744" y="3632281"/>
            <a:ext cx="9637778" cy="2752056"/>
          </a:xfrm>
          <a:prstGeom prst="rect">
            <a:avLst/>
          </a:prstGeom>
        </p:spPr>
      </p:pic>
      <p:sp>
        <p:nvSpPr>
          <p:cNvPr id="30" name="Right Arrow 29">
            <a:extLst>
              <a:ext uri="{FF2B5EF4-FFF2-40B4-BE49-F238E27FC236}">
                <a16:creationId xmlns:a16="http://schemas.microsoft.com/office/drawing/2014/main" id="{03D0394A-DE23-0270-4B1A-113DB2C23359}"/>
              </a:ext>
            </a:extLst>
          </p:cNvPr>
          <p:cNvSpPr/>
          <p:nvPr/>
        </p:nvSpPr>
        <p:spPr>
          <a:xfrm>
            <a:off x="8314723" y="4682993"/>
            <a:ext cx="1359729" cy="192581"/>
          </a:xfrm>
          <a:prstGeom prst="rightArrow">
            <a:avLst>
              <a:gd name="adj1" fmla="val 36238"/>
              <a:gd name="adj2" fmla="val 87847"/>
            </a:avLst>
          </a:prstGeom>
          <a:gradFill>
            <a:gsLst>
              <a:gs pos="0">
                <a:srgbClr val="FCA183"/>
              </a:gs>
              <a:gs pos="64000">
                <a:srgbClr val="980B13"/>
              </a:gs>
            </a:gsLst>
            <a:lin ang="0" scaled="0"/>
          </a:gra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ight Arrow 30">
            <a:extLst>
              <a:ext uri="{FF2B5EF4-FFF2-40B4-BE49-F238E27FC236}">
                <a16:creationId xmlns:a16="http://schemas.microsoft.com/office/drawing/2014/main" id="{C5B3421B-F9DB-366D-1782-ECA030802551}"/>
              </a:ext>
            </a:extLst>
          </p:cNvPr>
          <p:cNvSpPr/>
          <p:nvPr/>
        </p:nvSpPr>
        <p:spPr>
          <a:xfrm flipH="1">
            <a:off x="4713918" y="4682992"/>
            <a:ext cx="1359729" cy="192581"/>
          </a:xfrm>
          <a:prstGeom prst="rightArrow">
            <a:avLst>
              <a:gd name="adj1" fmla="val 36238"/>
              <a:gd name="adj2" fmla="val 87847"/>
            </a:avLst>
          </a:prstGeom>
          <a:gradFill>
            <a:gsLst>
              <a:gs pos="0">
                <a:srgbClr val="FCA183"/>
              </a:gs>
              <a:gs pos="64000">
                <a:srgbClr val="980B13"/>
              </a:gs>
            </a:gsLst>
            <a:lin ang="0" scaled="0"/>
          </a:gra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ight Arrow 34">
            <a:extLst>
              <a:ext uri="{FF2B5EF4-FFF2-40B4-BE49-F238E27FC236}">
                <a16:creationId xmlns:a16="http://schemas.microsoft.com/office/drawing/2014/main" id="{86BC8CDB-662E-9A84-4D67-2288EC5445D5}"/>
              </a:ext>
            </a:extLst>
          </p:cNvPr>
          <p:cNvSpPr/>
          <p:nvPr/>
        </p:nvSpPr>
        <p:spPr>
          <a:xfrm rot="16200000" flipH="1">
            <a:off x="6570825" y="4475594"/>
            <a:ext cx="1359729" cy="192581"/>
          </a:xfrm>
          <a:prstGeom prst="rightArrow">
            <a:avLst>
              <a:gd name="adj1" fmla="val 36238"/>
              <a:gd name="adj2" fmla="val 87847"/>
            </a:avLst>
          </a:prstGeom>
          <a:gradFill>
            <a:gsLst>
              <a:gs pos="0">
                <a:srgbClr val="FCA183"/>
              </a:gs>
              <a:gs pos="64000">
                <a:srgbClr val="980B13"/>
              </a:gs>
            </a:gsLst>
            <a:lin ang="0" scaled="0"/>
          </a:gra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6" descr="University of Cambridge Logo PNG Transparent &amp; SVG Vector - Freebie Supply">
            <a:extLst>
              <a:ext uri="{FF2B5EF4-FFF2-40B4-BE49-F238E27FC236}">
                <a16:creationId xmlns:a16="http://schemas.microsoft.com/office/drawing/2014/main" id="{3200CC60-9DC2-263F-70BC-3479923BDDB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563928" y="6149159"/>
            <a:ext cx="506380" cy="636104"/>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descr="Scuba divers under water&#10;&#10;AI-generated content may be incorrect.">
            <a:extLst>
              <a:ext uri="{FF2B5EF4-FFF2-40B4-BE49-F238E27FC236}">
                <a16:creationId xmlns:a16="http://schemas.microsoft.com/office/drawing/2014/main" id="{46DF7A15-2A60-3D26-41A6-13A042B72DEC}"/>
              </a:ext>
            </a:extLst>
          </p:cNvPr>
          <p:cNvPicPr/>
          <p:nvPr/>
        </p:nvPicPr>
        <p:blipFill>
          <a:blip r:embed="rId8" cstate="screen">
            <a:extLst>
              <a:ext uri="{BEBA8EAE-BF5A-486C-A8C5-ECC9F3942E4B}">
                <a14:imgProps xmlns:a14="http://schemas.microsoft.com/office/drawing/2010/main">
                  <a14:imgLayer r:embed="rId9">
                    <a14:imgEffect>
                      <a14:brightnessContrast bright="-60000"/>
                    </a14:imgEffect>
                  </a14:imgLayer>
                </a14:imgProps>
              </a:ext>
              <a:ext uri="{28A0092B-C50C-407E-A947-70E740481C1C}">
                <a14:useLocalDpi xmlns:a14="http://schemas.microsoft.com/office/drawing/2010/main"/>
              </a:ext>
            </a:extLst>
          </a:blip>
          <a:srcRect/>
          <a:stretch/>
        </p:blipFill>
        <p:spPr>
          <a:xfrm>
            <a:off x="-15" y="0"/>
            <a:ext cx="12192011" cy="671089"/>
          </a:xfrm>
          <a:prstGeom prst="rect">
            <a:avLst/>
          </a:prstGeom>
        </p:spPr>
      </p:pic>
      <p:cxnSp>
        <p:nvCxnSpPr>
          <p:cNvPr id="38" name="Straight Connector 37">
            <a:extLst>
              <a:ext uri="{FF2B5EF4-FFF2-40B4-BE49-F238E27FC236}">
                <a16:creationId xmlns:a16="http://schemas.microsoft.com/office/drawing/2014/main" id="{6B43BB55-57EC-D2A7-2B59-4189EDF3ED4E}"/>
              </a:ext>
            </a:extLst>
          </p:cNvPr>
          <p:cNvCxnSpPr/>
          <p:nvPr/>
        </p:nvCxnSpPr>
        <p:spPr>
          <a:xfrm>
            <a:off x="-3" y="657106"/>
            <a:ext cx="12192003" cy="0"/>
          </a:xfrm>
          <a:prstGeom prst="line">
            <a:avLst/>
          </a:prstGeom>
          <a:ln w="53975">
            <a:gradFill>
              <a:gsLst>
                <a:gs pos="50000">
                  <a:srgbClr val="EE3C34"/>
                </a:gs>
                <a:gs pos="100000">
                  <a:srgbClr val="EE3C34"/>
                </a:gs>
                <a:gs pos="0">
                  <a:srgbClr val="EE3C34">
                    <a:alpha val="0"/>
                  </a:srgbClr>
                </a:gs>
              </a:gsLst>
              <a:lin ang="10800000" scaled="0"/>
            </a:gradFill>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8B8C43E8-6DE1-FBE7-034A-2438AFC9FF00}"/>
              </a:ext>
            </a:extLst>
          </p:cNvPr>
          <p:cNvSpPr txBox="1">
            <a:spLocks/>
          </p:cNvSpPr>
          <p:nvPr/>
        </p:nvSpPr>
        <p:spPr>
          <a:xfrm>
            <a:off x="228600" y="50716"/>
            <a:ext cx="2725615" cy="523220"/>
          </a:xfrm>
          <a:prstGeom prst="rect">
            <a:avLst/>
          </a:prstGeom>
          <a:noFill/>
        </p:spPr>
        <p:txBody>
          <a:bodyPr wrap="square" rtlCol="0">
            <a:spAutoFit/>
          </a:bodyPr>
          <a:lstStyle/>
          <a:p>
            <a:r>
              <a:rPr lang="en-US" sz="2800" b="1" dirty="0">
                <a:solidFill>
                  <a:srgbClr val="E7EBEE"/>
                </a:solidFill>
                <a:latin typeface="Corbel" panose="020B0503020204020204" pitchFamily="34" charset="0"/>
                <a:ea typeface="Verdana" panose="020B0604030504040204" pitchFamily="34" charset="0"/>
                <a:cs typeface="Beirut" pitchFamily="2" charset="-78"/>
              </a:rPr>
              <a:t>1. </a:t>
            </a:r>
            <a:r>
              <a:rPr lang="en-US" sz="2800" b="1" dirty="0">
                <a:solidFill>
                  <a:schemeClr val="bg1"/>
                </a:solidFill>
                <a:latin typeface="Corbel" panose="020B0503020204020204" pitchFamily="34" charset="0"/>
                <a:ea typeface="Verdana" panose="020B0604030504040204" pitchFamily="34" charset="0"/>
                <a:cs typeface="Beirut" pitchFamily="2" charset="-78"/>
              </a:rPr>
              <a:t>Overview</a:t>
            </a:r>
          </a:p>
        </p:txBody>
      </p:sp>
      <p:sp>
        <p:nvSpPr>
          <p:cNvPr id="40" name="TextBox 39">
            <a:extLst>
              <a:ext uri="{FF2B5EF4-FFF2-40B4-BE49-F238E27FC236}">
                <a16:creationId xmlns:a16="http://schemas.microsoft.com/office/drawing/2014/main" id="{7C3B8317-FA7F-C933-5179-B899509F2D96}"/>
              </a:ext>
            </a:extLst>
          </p:cNvPr>
          <p:cNvSpPr txBox="1">
            <a:spLocks/>
          </p:cNvSpPr>
          <p:nvPr/>
        </p:nvSpPr>
        <p:spPr>
          <a:xfrm>
            <a:off x="3231381" y="50716"/>
            <a:ext cx="2233795"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2. Economics </a:t>
            </a:r>
            <a:endParaRPr lang="en-US" sz="2800" b="1" dirty="0">
              <a:solidFill>
                <a:srgbClr val="FFC000"/>
              </a:solidFill>
              <a:latin typeface="Corbel" panose="020B0503020204020204" pitchFamily="34" charset="0"/>
              <a:ea typeface="Verdana" panose="020B0604030504040204" pitchFamily="34" charset="0"/>
              <a:cs typeface="Beirut" pitchFamily="2" charset="-78"/>
            </a:endParaRPr>
          </a:p>
        </p:txBody>
      </p:sp>
      <p:sp>
        <p:nvSpPr>
          <p:cNvPr id="41" name="TextBox 40">
            <a:extLst>
              <a:ext uri="{FF2B5EF4-FFF2-40B4-BE49-F238E27FC236}">
                <a16:creationId xmlns:a16="http://schemas.microsoft.com/office/drawing/2014/main" id="{626F30CB-9331-B6D9-A08C-EA19249EE758}"/>
              </a:ext>
            </a:extLst>
          </p:cNvPr>
          <p:cNvSpPr txBox="1">
            <a:spLocks/>
          </p:cNvSpPr>
          <p:nvPr/>
        </p:nvSpPr>
        <p:spPr>
          <a:xfrm>
            <a:off x="6349628" y="50716"/>
            <a:ext cx="3297580"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3. Tourism</a:t>
            </a:r>
          </a:p>
        </p:txBody>
      </p:sp>
      <p:sp>
        <p:nvSpPr>
          <p:cNvPr id="42" name="TextBox 41">
            <a:extLst>
              <a:ext uri="{FF2B5EF4-FFF2-40B4-BE49-F238E27FC236}">
                <a16:creationId xmlns:a16="http://schemas.microsoft.com/office/drawing/2014/main" id="{8EAA97DC-A783-F7A2-6E7C-235D58B2ECFC}"/>
              </a:ext>
            </a:extLst>
          </p:cNvPr>
          <p:cNvSpPr txBox="1">
            <a:spLocks/>
          </p:cNvSpPr>
          <p:nvPr/>
        </p:nvSpPr>
        <p:spPr>
          <a:xfrm>
            <a:off x="9195583" y="50716"/>
            <a:ext cx="2725614"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4. </a:t>
            </a:r>
            <a:r>
              <a:rPr lang="en-US" sz="2800" b="1" dirty="0">
                <a:solidFill>
                  <a:srgbClr val="FFC000"/>
                </a:solidFill>
                <a:latin typeface="Corbel" panose="020B0503020204020204" pitchFamily="34" charset="0"/>
                <a:ea typeface="Verdana" panose="020B0604030504040204" pitchFamily="34" charset="0"/>
                <a:cs typeface="Beirut" pitchFamily="2" charset="-78"/>
              </a:rPr>
              <a:t>Proposal</a:t>
            </a:r>
          </a:p>
        </p:txBody>
      </p:sp>
      <p:pic>
        <p:nvPicPr>
          <p:cNvPr id="44" name="Picture 43">
            <a:extLst>
              <a:ext uri="{FF2B5EF4-FFF2-40B4-BE49-F238E27FC236}">
                <a16:creationId xmlns:a16="http://schemas.microsoft.com/office/drawing/2014/main" id="{FB09C12B-C7D4-CEA7-D460-47C0689BBC74}"/>
              </a:ext>
            </a:extLst>
          </p:cNvPr>
          <p:cNvPicPr>
            <a:picLocks noChangeAspect="1"/>
          </p:cNvPicPr>
          <p:nvPr/>
        </p:nvPicPr>
        <p:blipFill>
          <a:blip r:embed="rId10"/>
          <a:srcRect/>
          <a:stretch/>
        </p:blipFill>
        <p:spPr>
          <a:xfrm>
            <a:off x="1006964" y="6090158"/>
            <a:ext cx="577686" cy="577686"/>
          </a:xfrm>
          <a:prstGeom prst="rect">
            <a:avLst/>
          </a:prstGeom>
        </p:spPr>
      </p:pic>
    </p:spTree>
    <p:extLst>
      <p:ext uri="{BB962C8B-B14F-4D97-AF65-F5344CB8AC3E}">
        <p14:creationId xmlns:p14="http://schemas.microsoft.com/office/powerpoint/2010/main" val="131198671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up)">
                                      <p:cBhvr>
                                        <p:cTn id="7" dur="500"/>
                                        <p:tgtEl>
                                          <p:spTgt spid="3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wipe(left)">
                                      <p:cBhvr>
                                        <p:cTn id="10" dur="500"/>
                                        <p:tgtEl>
                                          <p:spTgt spid="30"/>
                                        </p:tgtEl>
                                      </p:cBhvr>
                                    </p:animEffect>
                                  </p:childTnLst>
                                </p:cTn>
                              </p:par>
                              <p:par>
                                <p:cTn id="11" presetID="22" presetClass="entr" presetSubtype="2"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wipe(right)">
                                      <p:cBhvr>
                                        <p:cTn id="13"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DDE8F-0B7D-49F5-82FD-1E591BDA7934}"/>
            </a:ext>
          </a:extLst>
        </p:cNvPr>
        <p:cNvGrpSpPr/>
        <p:nvPr/>
      </p:nvGrpSpPr>
      <p:grpSpPr>
        <a:xfrm>
          <a:off x="0" y="0"/>
          <a:ext cx="0" cy="0"/>
          <a:chOff x="0" y="0"/>
          <a:chExt cx="0" cy="0"/>
        </a:xfrm>
      </p:grpSpPr>
      <p:pic>
        <p:nvPicPr>
          <p:cNvPr id="8" name="Picture 7" descr="Scuba divers under water&#10;&#10;AI-generated content may be incorrect.">
            <a:extLst>
              <a:ext uri="{FF2B5EF4-FFF2-40B4-BE49-F238E27FC236}">
                <a16:creationId xmlns:a16="http://schemas.microsoft.com/office/drawing/2014/main" id="{14D46BD5-C742-4846-FBF7-90D3C77C074F}"/>
              </a:ext>
            </a:extLst>
          </p:cNvPr>
          <p:cNvPicPr>
            <a:picLocks noGrp="1" noRot="1" noChangeAspect="1" noMove="1" noResize="1" noEditPoints="1" noAdjustHandles="1" noChangeArrowheads="1" noChangeShapeType="1" noCrop="1"/>
          </p:cNvPicPr>
          <p:nvPr/>
        </p:nvPicPr>
        <p:blipFill>
          <a:blip r:embed="rId3" cstate="screen">
            <a:extLst>
              <a:ext uri="{BEBA8EAE-BF5A-486C-A8C5-ECC9F3942E4B}">
                <a14:imgProps xmlns:a14="http://schemas.microsoft.com/office/drawing/2010/main">
                  <a14:imgLayer r:embed="rId4">
                    <a14:imgEffect>
                      <a14:brightnessContrast bright="-60000"/>
                    </a14:imgEffect>
                  </a14:imgLayer>
                </a14:imgProps>
              </a:ext>
              <a:ext uri="{28A0092B-C50C-407E-A947-70E740481C1C}">
                <a14:useLocalDpi xmlns:a14="http://schemas.microsoft.com/office/drawing/2010/main"/>
              </a:ext>
            </a:extLst>
          </a:blip>
          <a:srcRect/>
          <a:stretch/>
        </p:blipFill>
        <p:spPr>
          <a:xfrm>
            <a:off x="1" y="-3750"/>
            <a:ext cx="1591982" cy="6858000"/>
          </a:xfrm>
          <a:prstGeom prst="rect">
            <a:avLst/>
          </a:prstGeom>
        </p:spPr>
      </p:pic>
      <p:sp>
        <p:nvSpPr>
          <p:cNvPr id="21" name="Right Triangle 20">
            <a:extLst>
              <a:ext uri="{FF2B5EF4-FFF2-40B4-BE49-F238E27FC236}">
                <a16:creationId xmlns:a16="http://schemas.microsoft.com/office/drawing/2014/main" id="{9F5BEA55-2629-C0FC-E79A-17604AFFCD4D}"/>
              </a:ext>
            </a:extLst>
          </p:cNvPr>
          <p:cNvSpPr>
            <a:spLocks noGrp="1" noRot="1" noMove="1" noResize="1" noEditPoints="1" noAdjustHandles="1" noChangeArrowheads="1" noChangeShapeType="1"/>
          </p:cNvSpPr>
          <p:nvPr/>
        </p:nvSpPr>
        <p:spPr>
          <a:xfrm flipH="1">
            <a:off x="0" y="5309760"/>
            <a:ext cx="1591982" cy="1548239"/>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C0B81AE6-D26E-1418-6AC0-69D807229D3C}"/>
              </a:ext>
            </a:extLst>
          </p:cNvPr>
          <p:cNvSpPr txBox="1"/>
          <p:nvPr/>
        </p:nvSpPr>
        <p:spPr>
          <a:xfrm>
            <a:off x="8006195" y="6097879"/>
            <a:ext cx="3474026" cy="738664"/>
          </a:xfrm>
          <a:prstGeom prst="rect">
            <a:avLst/>
          </a:prstGeom>
          <a:noFill/>
        </p:spPr>
        <p:txBody>
          <a:bodyPr wrap="square" rtlCol="0">
            <a:spAutoFit/>
          </a:bodyPr>
          <a:lstStyle/>
          <a:p>
            <a:pPr algn="r"/>
            <a:r>
              <a:rPr lang="en-US" sz="1400" b="1" dirty="0">
                <a:latin typeface="Corbel" panose="020B0503020204020204" pitchFamily="34" charset="0"/>
                <a:ea typeface="Verdana" panose="020B0604030504040204" pitchFamily="34" charset="0"/>
                <a:cs typeface="Beirut" pitchFamily="2" charset="-78"/>
              </a:rPr>
              <a:t>Orlando Timmerman</a:t>
            </a:r>
          </a:p>
          <a:p>
            <a:pPr algn="r"/>
            <a:r>
              <a:rPr lang="en-US" sz="1400" b="1" dirty="0">
                <a:latin typeface="Corbel" panose="020B0503020204020204" pitchFamily="34" charset="0"/>
                <a:ea typeface="Verdana" panose="020B0604030504040204" pitchFamily="34" charset="0"/>
                <a:cs typeface="Beirut" pitchFamily="2" charset="-78"/>
              </a:rPr>
              <a:t>Department of Earth Sciences</a:t>
            </a:r>
          </a:p>
          <a:p>
            <a:pPr algn="r"/>
            <a:r>
              <a:rPr lang="en-US" sz="1400" b="1" dirty="0" err="1">
                <a:latin typeface="Corbel" panose="020B0503020204020204" pitchFamily="34" charset="0"/>
                <a:ea typeface="Verdana" panose="020B0604030504040204" pitchFamily="34" charset="0"/>
                <a:cs typeface="Beirut" pitchFamily="2" charset="-78"/>
              </a:rPr>
              <a:t>Calcifiers</a:t>
            </a:r>
            <a:r>
              <a:rPr lang="en-US" sz="1400" b="1" dirty="0">
                <a:latin typeface="Corbel" panose="020B0503020204020204" pitchFamily="34" charset="0"/>
                <a:ea typeface="Verdana" panose="020B0604030504040204" pitchFamily="34" charset="0"/>
                <a:cs typeface="Beirut" pitchFamily="2" charset="-78"/>
              </a:rPr>
              <a:t> Group Meeting | 30.10.25</a:t>
            </a:r>
          </a:p>
        </p:txBody>
      </p:sp>
      <p:pic>
        <p:nvPicPr>
          <p:cNvPr id="12" name="Picture 16" descr="University of Cambridge Logo PNG Transparent &amp; SVG Vector - Freebie Supply">
            <a:extLst>
              <a:ext uri="{FF2B5EF4-FFF2-40B4-BE49-F238E27FC236}">
                <a16:creationId xmlns:a16="http://schemas.microsoft.com/office/drawing/2014/main" id="{0DA52578-685D-C6C2-E7C4-F859250B3B2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63928" y="6149159"/>
            <a:ext cx="506380" cy="636104"/>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descr="Scuba divers under water&#10;&#10;AI-generated content may be incorrect.">
            <a:extLst>
              <a:ext uri="{FF2B5EF4-FFF2-40B4-BE49-F238E27FC236}">
                <a16:creationId xmlns:a16="http://schemas.microsoft.com/office/drawing/2014/main" id="{D2483452-E4A4-41A6-1E34-63CBD45896EB}"/>
              </a:ext>
            </a:extLst>
          </p:cNvPr>
          <p:cNvPicPr/>
          <p:nvPr/>
        </p:nvPicPr>
        <p:blipFill>
          <a:blip r:embed="rId6" cstate="screen">
            <a:extLst>
              <a:ext uri="{BEBA8EAE-BF5A-486C-A8C5-ECC9F3942E4B}">
                <a14:imgProps xmlns:a14="http://schemas.microsoft.com/office/drawing/2010/main">
                  <a14:imgLayer r:embed="rId7">
                    <a14:imgEffect>
                      <a14:brightnessContrast bright="-60000"/>
                    </a14:imgEffect>
                  </a14:imgLayer>
                </a14:imgProps>
              </a:ext>
              <a:ext uri="{28A0092B-C50C-407E-A947-70E740481C1C}">
                <a14:useLocalDpi xmlns:a14="http://schemas.microsoft.com/office/drawing/2010/main"/>
              </a:ext>
            </a:extLst>
          </a:blip>
          <a:srcRect/>
          <a:stretch/>
        </p:blipFill>
        <p:spPr>
          <a:xfrm>
            <a:off x="-15" y="0"/>
            <a:ext cx="12192011" cy="671089"/>
          </a:xfrm>
          <a:prstGeom prst="rect">
            <a:avLst/>
          </a:prstGeom>
        </p:spPr>
      </p:pic>
      <p:cxnSp>
        <p:nvCxnSpPr>
          <p:cNvPr id="38" name="Straight Connector 37">
            <a:extLst>
              <a:ext uri="{FF2B5EF4-FFF2-40B4-BE49-F238E27FC236}">
                <a16:creationId xmlns:a16="http://schemas.microsoft.com/office/drawing/2014/main" id="{C30354F6-8DCE-BBFD-7432-7F5121A16C2E}"/>
              </a:ext>
            </a:extLst>
          </p:cNvPr>
          <p:cNvCxnSpPr/>
          <p:nvPr/>
        </p:nvCxnSpPr>
        <p:spPr>
          <a:xfrm>
            <a:off x="-3" y="657106"/>
            <a:ext cx="12192003" cy="0"/>
          </a:xfrm>
          <a:prstGeom prst="line">
            <a:avLst/>
          </a:prstGeom>
          <a:ln w="53975">
            <a:gradFill>
              <a:gsLst>
                <a:gs pos="50000">
                  <a:srgbClr val="EE3C34"/>
                </a:gs>
                <a:gs pos="100000">
                  <a:srgbClr val="EE3C34"/>
                </a:gs>
                <a:gs pos="0">
                  <a:srgbClr val="EE3C34">
                    <a:alpha val="0"/>
                  </a:srgbClr>
                </a:gs>
              </a:gsLst>
              <a:lin ang="10800000" scaled="0"/>
            </a:gradFill>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147CDC39-CB45-8530-B509-6968AF029434}"/>
              </a:ext>
            </a:extLst>
          </p:cNvPr>
          <p:cNvSpPr txBox="1">
            <a:spLocks/>
          </p:cNvSpPr>
          <p:nvPr/>
        </p:nvSpPr>
        <p:spPr>
          <a:xfrm>
            <a:off x="228600" y="50716"/>
            <a:ext cx="2725615" cy="523220"/>
          </a:xfrm>
          <a:prstGeom prst="rect">
            <a:avLst/>
          </a:prstGeom>
          <a:noFill/>
        </p:spPr>
        <p:txBody>
          <a:bodyPr wrap="square" rtlCol="0">
            <a:spAutoFit/>
          </a:bodyPr>
          <a:lstStyle/>
          <a:p>
            <a:r>
              <a:rPr lang="en-US" sz="2800" b="1" dirty="0">
                <a:solidFill>
                  <a:srgbClr val="E7EBEE"/>
                </a:solidFill>
                <a:latin typeface="Corbel" panose="020B0503020204020204" pitchFamily="34" charset="0"/>
                <a:ea typeface="Verdana" panose="020B0604030504040204" pitchFamily="34" charset="0"/>
                <a:cs typeface="Beirut" pitchFamily="2" charset="-78"/>
              </a:rPr>
              <a:t>1. </a:t>
            </a:r>
            <a:r>
              <a:rPr lang="en-US" sz="2800" b="1" dirty="0">
                <a:solidFill>
                  <a:schemeClr val="bg1"/>
                </a:solidFill>
                <a:latin typeface="Corbel" panose="020B0503020204020204" pitchFamily="34" charset="0"/>
                <a:ea typeface="Verdana" panose="020B0604030504040204" pitchFamily="34" charset="0"/>
                <a:cs typeface="Beirut" pitchFamily="2" charset="-78"/>
              </a:rPr>
              <a:t>Overview</a:t>
            </a:r>
          </a:p>
        </p:txBody>
      </p:sp>
      <p:sp>
        <p:nvSpPr>
          <p:cNvPr id="40" name="TextBox 39">
            <a:extLst>
              <a:ext uri="{FF2B5EF4-FFF2-40B4-BE49-F238E27FC236}">
                <a16:creationId xmlns:a16="http://schemas.microsoft.com/office/drawing/2014/main" id="{991205E9-628C-C83C-FBB2-127BAB3D7BEB}"/>
              </a:ext>
            </a:extLst>
          </p:cNvPr>
          <p:cNvSpPr txBox="1">
            <a:spLocks/>
          </p:cNvSpPr>
          <p:nvPr/>
        </p:nvSpPr>
        <p:spPr>
          <a:xfrm>
            <a:off x="3231381" y="50716"/>
            <a:ext cx="2233795"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2. Economics </a:t>
            </a:r>
            <a:endParaRPr lang="en-US" sz="2800" b="1" dirty="0">
              <a:solidFill>
                <a:srgbClr val="FFC000"/>
              </a:solidFill>
              <a:latin typeface="Corbel" panose="020B0503020204020204" pitchFamily="34" charset="0"/>
              <a:ea typeface="Verdana" panose="020B0604030504040204" pitchFamily="34" charset="0"/>
              <a:cs typeface="Beirut" pitchFamily="2" charset="-78"/>
            </a:endParaRPr>
          </a:p>
        </p:txBody>
      </p:sp>
      <p:sp>
        <p:nvSpPr>
          <p:cNvPr id="41" name="TextBox 40">
            <a:extLst>
              <a:ext uri="{FF2B5EF4-FFF2-40B4-BE49-F238E27FC236}">
                <a16:creationId xmlns:a16="http://schemas.microsoft.com/office/drawing/2014/main" id="{4DA7A31B-1436-258E-64DE-35D2F8B134F4}"/>
              </a:ext>
            </a:extLst>
          </p:cNvPr>
          <p:cNvSpPr txBox="1">
            <a:spLocks/>
          </p:cNvSpPr>
          <p:nvPr/>
        </p:nvSpPr>
        <p:spPr>
          <a:xfrm>
            <a:off x="6349628" y="50716"/>
            <a:ext cx="3297580"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3. Tourism</a:t>
            </a:r>
          </a:p>
        </p:txBody>
      </p:sp>
      <p:sp>
        <p:nvSpPr>
          <p:cNvPr id="42" name="TextBox 41">
            <a:extLst>
              <a:ext uri="{FF2B5EF4-FFF2-40B4-BE49-F238E27FC236}">
                <a16:creationId xmlns:a16="http://schemas.microsoft.com/office/drawing/2014/main" id="{6AAF6638-74E6-1811-17DB-C2DA0456AE51}"/>
              </a:ext>
            </a:extLst>
          </p:cNvPr>
          <p:cNvSpPr txBox="1">
            <a:spLocks/>
          </p:cNvSpPr>
          <p:nvPr/>
        </p:nvSpPr>
        <p:spPr>
          <a:xfrm>
            <a:off x="9195583" y="50716"/>
            <a:ext cx="2725614" cy="523220"/>
          </a:xfrm>
          <a:prstGeom prst="rect">
            <a:avLst/>
          </a:prstGeom>
          <a:noFill/>
        </p:spPr>
        <p:txBody>
          <a:bodyPr wrap="square" rtlCol="0">
            <a:spAutoFit/>
          </a:bodyPr>
          <a:lstStyle/>
          <a:p>
            <a:r>
              <a:rPr lang="en-US" sz="2800" b="1" dirty="0">
                <a:solidFill>
                  <a:schemeClr val="bg1"/>
                </a:solidFill>
                <a:latin typeface="Corbel" panose="020B0503020204020204" pitchFamily="34" charset="0"/>
                <a:ea typeface="Verdana" panose="020B0604030504040204" pitchFamily="34" charset="0"/>
                <a:cs typeface="Beirut" pitchFamily="2" charset="-78"/>
              </a:rPr>
              <a:t>4. </a:t>
            </a:r>
            <a:r>
              <a:rPr lang="en-US" sz="2800" b="1" dirty="0">
                <a:solidFill>
                  <a:srgbClr val="FFC000"/>
                </a:solidFill>
                <a:latin typeface="Corbel" panose="020B0503020204020204" pitchFamily="34" charset="0"/>
                <a:ea typeface="Verdana" panose="020B0604030504040204" pitchFamily="34" charset="0"/>
                <a:cs typeface="Beirut" pitchFamily="2" charset="-78"/>
              </a:rPr>
              <a:t>Proposal</a:t>
            </a:r>
          </a:p>
        </p:txBody>
      </p:sp>
      <p:sp>
        <p:nvSpPr>
          <p:cNvPr id="2" name="Cloud 1">
            <a:extLst>
              <a:ext uri="{FF2B5EF4-FFF2-40B4-BE49-F238E27FC236}">
                <a16:creationId xmlns:a16="http://schemas.microsoft.com/office/drawing/2014/main" id="{7D72AEA7-03F1-611C-C5D8-2EF5B5DE690A}"/>
              </a:ext>
            </a:extLst>
          </p:cNvPr>
          <p:cNvSpPr/>
          <p:nvPr/>
        </p:nvSpPr>
        <p:spPr>
          <a:xfrm rot="766875">
            <a:off x="4592360" y="2491875"/>
            <a:ext cx="3745520" cy="2646208"/>
          </a:xfrm>
          <a:prstGeom prst="cloud">
            <a:avLst/>
          </a:prstGeom>
          <a:solidFill>
            <a:srgbClr val="156082">
              <a:alpha val="3011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CBAF6078-EBB6-20C9-51E7-91BBCD32BDC8}"/>
              </a:ext>
            </a:extLst>
          </p:cNvPr>
          <p:cNvGrpSpPr/>
          <p:nvPr/>
        </p:nvGrpSpPr>
        <p:grpSpPr>
          <a:xfrm>
            <a:off x="4895193" y="2400645"/>
            <a:ext cx="2892138" cy="2558925"/>
            <a:chOff x="4804699" y="2280624"/>
            <a:chExt cx="2892138" cy="2558925"/>
          </a:xfrm>
        </p:grpSpPr>
        <p:sp>
          <p:nvSpPr>
            <p:cNvPr id="4" name="TextBox 3">
              <a:extLst>
                <a:ext uri="{FF2B5EF4-FFF2-40B4-BE49-F238E27FC236}">
                  <a16:creationId xmlns:a16="http://schemas.microsoft.com/office/drawing/2014/main" id="{10C5449A-051F-4D9F-B893-57AFB5A1006F}"/>
                </a:ext>
              </a:extLst>
            </p:cNvPr>
            <p:cNvSpPr txBox="1"/>
            <p:nvPr/>
          </p:nvSpPr>
          <p:spPr>
            <a:xfrm>
              <a:off x="4804699" y="2280624"/>
              <a:ext cx="2892138" cy="2554545"/>
            </a:xfrm>
            <a:prstGeom prst="rect">
              <a:avLst/>
            </a:prstGeom>
            <a:noFill/>
          </p:spPr>
          <p:txBody>
            <a:bodyPr wrap="none" rtlCol="0">
              <a:spAutoFit/>
            </a:bodyPr>
            <a:lstStyle/>
            <a:p>
              <a:r>
                <a:rPr lang="en-US" sz="16000" dirty="0">
                  <a:ln w="127000">
                    <a:solidFill>
                      <a:srgbClr val="156082"/>
                    </a:solidFill>
                  </a:ln>
                  <a:effectLst>
                    <a:outerShdw blurRad="50800" dist="50800" dir="1080000" algn="ctr" rotWithShape="0">
                      <a:srgbClr val="000000">
                        <a:alpha val="62871"/>
                      </a:srgbClr>
                    </a:outerShdw>
                  </a:effectLst>
                </a:rPr>
                <a:t>…?</a:t>
              </a:r>
            </a:p>
          </p:txBody>
        </p:sp>
        <p:sp>
          <p:nvSpPr>
            <p:cNvPr id="5" name="TextBox 4">
              <a:extLst>
                <a:ext uri="{FF2B5EF4-FFF2-40B4-BE49-F238E27FC236}">
                  <a16:creationId xmlns:a16="http://schemas.microsoft.com/office/drawing/2014/main" id="{B051239E-7153-A0C2-83D5-EA5D74FF1543}"/>
                </a:ext>
              </a:extLst>
            </p:cNvPr>
            <p:cNvSpPr txBox="1"/>
            <p:nvPr/>
          </p:nvSpPr>
          <p:spPr>
            <a:xfrm>
              <a:off x="4804699" y="2285004"/>
              <a:ext cx="2892138" cy="2554545"/>
            </a:xfrm>
            <a:prstGeom prst="rect">
              <a:avLst/>
            </a:prstGeom>
            <a:noFill/>
          </p:spPr>
          <p:txBody>
            <a:bodyPr wrap="none" rtlCol="0">
              <a:spAutoFit/>
            </a:bodyPr>
            <a:lstStyle/>
            <a:p>
              <a:r>
                <a:rPr lang="en-US" sz="16000" dirty="0">
                  <a:ln w="127000">
                    <a:noFill/>
                  </a:ln>
                  <a:solidFill>
                    <a:schemeClr val="bg1"/>
                  </a:solidFill>
                  <a:effectLst>
                    <a:outerShdw blurRad="50800" dist="50800" dir="1080000" algn="ctr" rotWithShape="0">
                      <a:srgbClr val="000000">
                        <a:alpha val="62871"/>
                      </a:srgbClr>
                    </a:outerShdw>
                  </a:effectLst>
                </a:rPr>
                <a:t>…?</a:t>
              </a:r>
            </a:p>
          </p:txBody>
        </p:sp>
      </p:grpSp>
      <p:sp>
        <p:nvSpPr>
          <p:cNvPr id="6" name="TextBox 5">
            <a:extLst>
              <a:ext uri="{FF2B5EF4-FFF2-40B4-BE49-F238E27FC236}">
                <a16:creationId xmlns:a16="http://schemas.microsoft.com/office/drawing/2014/main" id="{751E1FCA-8E28-00D0-593B-D0B014E1A1C5}"/>
              </a:ext>
            </a:extLst>
          </p:cNvPr>
          <p:cNvSpPr txBox="1"/>
          <p:nvPr/>
        </p:nvSpPr>
        <p:spPr>
          <a:xfrm rot="900000">
            <a:off x="2720563" y="4943757"/>
            <a:ext cx="2930486" cy="1323439"/>
          </a:xfrm>
          <a:prstGeom prst="rect">
            <a:avLst/>
          </a:prstGeom>
          <a:noFill/>
        </p:spPr>
        <p:txBody>
          <a:bodyPr wrap="square">
            <a:spAutoFit/>
          </a:bodyPr>
          <a:lstStyle/>
          <a:p>
            <a:pPr algn="ctr"/>
            <a:r>
              <a:rPr lang="en-US" sz="2000" dirty="0">
                <a:latin typeface="Corbel" panose="020B0503020204020204" pitchFamily="34" charset="0"/>
              </a:rPr>
              <a:t>How can conservation be done effectively and at scale without economic involvement?</a:t>
            </a:r>
          </a:p>
        </p:txBody>
      </p:sp>
      <p:sp>
        <p:nvSpPr>
          <p:cNvPr id="10" name="TextBox 9">
            <a:extLst>
              <a:ext uri="{FF2B5EF4-FFF2-40B4-BE49-F238E27FC236}">
                <a16:creationId xmlns:a16="http://schemas.microsoft.com/office/drawing/2014/main" id="{FAD1E858-4DF8-75E5-637E-2C9F8B38DB7A}"/>
              </a:ext>
            </a:extLst>
          </p:cNvPr>
          <p:cNvSpPr txBox="1"/>
          <p:nvPr/>
        </p:nvSpPr>
        <p:spPr>
          <a:xfrm rot="20538689">
            <a:off x="2539502" y="1588535"/>
            <a:ext cx="2924725" cy="1015663"/>
          </a:xfrm>
          <a:prstGeom prst="rect">
            <a:avLst/>
          </a:prstGeom>
          <a:noFill/>
        </p:spPr>
        <p:txBody>
          <a:bodyPr wrap="square">
            <a:spAutoFit/>
          </a:bodyPr>
          <a:lstStyle/>
          <a:p>
            <a:pPr algn="ctr"/>
            <a:r>
              <a:rPr lang="en-US" sz="2000" dirty="0">
                <a:latin typeface="Corbel" panose="020B0503020204020204" pitchFamily="34" charset="0"/>
              </a:rPr>
              <a:t>How do you evaluate the non-monetary impacts of an ecosystem?</a:t>
            </a:r>
          </a:p>
        </p:txBody>
      </p:sp>
      <p:pic>
        <p:nvPicPr>
          <p:cNvPr id="11" name="Picture 10">
            <a:extLst>
              <a:ext uri="{FF2B5EF4-FFF2-40B4-BE49-F238E27FC236}">
                <a16:creationId xmlns:a16="http://schemas.microsoft.com/office/drawing/2014/main" id="{12FA5812-E822-775F-CCFC-04F970A0B6FB}"/>
              </a:ext>
            </a:extLst>
          </p:cNvPr>
          <p:cNvPicPr>
            <a:picLocks noChangeAspect="1"/>
          </p:cNvPicPr>
          <p:nvPr/>
        </p:nvPicPr>
        <p:blipFill>
          <a:blip r:embed="rId8"/>
          <a:srcRect/>
          <a:stretch/>
        </p:blipFill>
        <p:spPr>
          <a:xfrm>
            <a:off x="1006964" y="6090158"/>
            <a:ext cx="577686" cy="577686"/>
          </a:xfrm>
          <a:prstGeom prst="rect">
            <a:avLst/>
          </a:prstGeom>
        </p:spPr>
      </p:pic>
    </p:spTree>
    <p:extLst>
      <p:ext uri="{BB962C8B-B14F-4D97-AF65-F5344CB8AC3E}">
        <p14:creationId xmlns:p14="http://schemas.microsoft.com/office/powerpoint/2010/main" val="393894325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5222</TotalTime>
  <Words>4011</Words>
  <Application>Microsoft Macintosh PowerPoint</Application>
  <PresentationFormat>Widescreen</PresentationFormat>
  <Paragraphs>526</Paragraphs>
  <Slides>20</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Aptos</vt:lpstr>
      <vt:lpstr>Aptos Display</vt:lpstr>
      <vt:lpstr>Arial</vt:lpstr>
      <vt:lpstr>Cambria Math</vt:lpstr>
      <vt:lpstr>Corbel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Orlando Timmerman</dc:creator>
  <cp:lastModifiedBy>Orlando Timmerman</cp:lastModifiedBy>
  <cp:revision>1</cp:revision>
  <dcterms:created xsi:type="dcterms:W3CDTF">2025-03-26T11:02:08Z</dcterms:created>
  <dcterms:modified xsi:type="dcterms:W3CDTF">2025-10-30T12:45:20Z</dcterms:modified>
</cp:coreProperties>
</file>